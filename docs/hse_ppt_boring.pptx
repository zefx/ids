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300" r:id="rId5"/>
    <p:sldId id="319" r:id="rId6"/>
    <p:sldId id="305" r:id="rId7"/>
    <p:sldId id="306" r:id="rId8"/>
    <p:sldId id="321" r:id="rId9"/>
    <p:sldId id="307" r:id="rId10"/>
    <p:sldId id="322" r:id="rId11"/>
    <p:sldId id="308" r:id="rId12"/>
    <p:sldId id="287" r:id="rId13"/>
    <p:sldId id="309" r:id="rId14"/>
    <p:sldId id="323" r:id="rId15"/>
    <p:sldId id="310" r:id="rId16"/>
    <p:sldId id="324" r:id="rId17"/>
    <p:sldId id="311" r:id="rId18"/>
    <p:sldId id="317" r:id="rId19"/>
    <p:sldId id="301" r:id="rId20"/>
    <p:sldId id="318" r:id="rId21"/>
    <p:sldId id="312" r:id="rId22"/>
    <p:sldId id="313" r:id="rId23"/>
    <p:sldId id="314" r:id="rId24"/>
    <p:sldId id="315" r:id="rId25"/>
    <p:sldId id="302" r:id="rId26"/>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B2B2B"/>
    <a:srgbClr val="171717"/>
    <a:srgbClr val="0E2D69"/>
    <a:srgbClr val="029C63"/>
    <a:srgbClr val="96628C"/>
    <a:srgbClr val="11A0D7"/>
    <a:srgbClr val="E61F3D"/>
    <a:srgbClr val="CD5A5A"/>
    <a:srgbClr val="FFD746"/>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A0262-F72D-CF40-8B9F-871A5CEC706F}" v="63" dt="2022-10-10T13:15:26.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28"/>
    <p:restoredTop sz="94782"/>
  </p:normalViewPr>
  <p:slideViewPr>
    <p:cSldViewPr snapToGrid="0" snapToObjects="1">
      <p:cViewPr varScale="1">
        <p:scale>
          <a:sx n="137" d="100"/>
          <a:sy n="137" d="100"/>
        </p:scale>
        <p:origin x="744" y="184"/>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Абрамова Надежда Робертовна" userId="98be7548-a651-4b95-923b-e1e51aa70311" providerId="ADAL" clId="{3A7A0262-F72D-CF40-8B9F-871A5CEC706F}"/>
    <pc:docChg chg="custSel addSld modSld sldOrd modMainMaster">
      <pc:chgData name="Абрамова Надежда Робертовна" userId="98be7548-a651-4b95-923b-e1e51aa70311" providerId="ADAL" clId="{3A7A0262-F72D-CF40-8B9F-871A5CEC706F}" dt="2022-10-19T15:41:34.952" v="194" actId="478"/>
      <pc:docMkLst>
        <pc:docMk/>
      </pc:docMkLst>
      <pc:sldChg chg="delSp mod">
        <pc:chgData name="Абрамова Надежда Робертовна" userId="98be7548-a651-4b95-923b-e1e51aa70311" providerId="ADAL" clId="{3A7A0262-F72D-CF40-8B9F-871A5CEC706F}" dt="2022-10-07T13:03:20.151" v="91" actId="478"/>
        <pc:sldMkLst>
          <pc:docMk/>
          <pc:sldMk cId="2613851382" sldId="287"/>
        </pc:sldMkLst>
        <pc:spChg chg="del">
          <ac:chgData name="Абрамова Надежда Робертовна" userId="98be7548-a651-4b95-923b-e1e51aa70311" providerId="ADAL" clId="{3A7A0262-F72D-CF40-8B9F-871A5CEC706F}" dt="2022-10-07T13:03:20.151" v="91" actId="478"/>
          <ac:spMkLst>
            <pc:docMk/>
            <pc:sldMk cId="2613851382" sldId="287"/>
            <ac:spMk id="6" creationId="{40682799-9A38-414D-BD10-45C11B66347C}"/>
          </ac:spMkLst>
        </pc:spChg>
        <pc:spChg chg="del">
          <ac:chgData name="Абрамова Надежда Робертовна" userId="98be7548-a651-4b95-923b-e1e51aa70311" providerId="ADAL" clId="{3A7A0262-F72D-CF40-8B9F-871A5CEC706F}" dt="2022-10-07T13:03:20.151" v="91" actId="478"/>
          <ac:spMkLst>
            <pc:docMk/>
            <pc:sldMk cId="2613851382" sldId="287"/>
            <ac:spMk id="7" creationId="{35F411B5-8431-CE4A-BEA6-775367101901}"/>
          </ac:spMkLst>
        </pc:spChg>
      </pc:sldChg>
      <pc:sldChg chg="delSp mod">
        <pc:chgData name="Абрамова Надежда Робертовна" userId="98be7548-a651-4b95-923b-e1e51aa70311" providerId="ADAL" clId="{3A7A0262-F72D-CF40-8B9F-871A5CEC706F}" dt="2022-10-07T13:05:57.258" v="98" actId="478"/>
        <pc:sldMkLst>
          <pc:docMk/>
          <pc:sldMk cId="1819596838" sldId="288"/>
        </pc:sldMkLst>
        <pc:spChg chg="del">
          <ac:chgData name="Абрамова Надежда Робертовна" userId="98be7548-a651-4b95-923b-e1e51aa70311" providerId="ADAL" clId="{3A7A0262-F72D-CF40-8B9F-871A5CEC706F}" dt="2022-10-07T13:05:57.258" v="98" actId="478"/>
          <ac:spMkLst>
            <pc:docMk/>
            <pc:sldMk cId="1819596838" sldId="288"/>
            <ac:spMk id="18" creationId="{AB20B420-8F92-714B-B774-4CCFF071FC96}"/>
          </ac:spMkLst>
        </pc:spChg>
        <pc:spChg chg="del">
          <ac:chgData name="Абрамова Надежда Робертовна" userId="98be7548-a651-4b95-923b-e1e51aa70311" providerId="ADAL" clId="{3A7A0262-F72D-CF40-8B9F-871A5CEC706F}" dt="2022-10-07T13:05:55.278" v="97" actId="478"/>
          <ac:spMkLst>
            <pc:docMk/>
            <pc:sldMk cId="1819596838" sldId="288"/>
            <ac:spMk id="19" creationId="{E28F3689-1426-FC44-97DB-4AC538FC64CC}"/>
          </ac:spMkLst>
        </pc:spChg>
      </pc:sldChg>
      <pc:sldChg chg="addSp delSp modSp mod">
        <pc:chgData name="Абрамова Надежда Робертовна" userId="98be7548-a651-4b95-923b-e1e51aa70311" providerId="ADAL" clId="{3A7A0262-F72D-CF40-8B9F-871A5CEC706F}" dt="2022-10-07T13:06:52.823" v="104"/>
        <pc:sldMkLst>
          <pc:docMk/>
          <pc:sldMk cId="495762755" sldId="289"/>
        </pc:sldMkLst>
        <pc:spChg chg="del">
          <ac:chgData name="Абрамова Надежда Робертовна" userId="98be7548-a651-4b95-923b-e1e51aa70311" providerId="ADAL" clId="{3A7A0262-F72D-CF40-8B9F-871A5CEC706F}" dt="2022-10-07T13:06:43.127" v="101" actId="478"/>
          <ac:spMkLst>
            <pc:docMk/>
            <pc:sldMk cId="495762755" sldId="289"/>
            <ac:spMk id="2" creationId="{31CADBA8-95D9-8D40-BF8A-D246040A1BCC}"/>
          </ac:spMkLst>
        </pc:spChg>
        <pc:spChg chg="add del mod">
          <ac:chgData name="Абрамова Надежда Робертовна" userId="98be7548-a651-4b95-923b-e1e51aa70311" providerId="ADAL" clId="{3A7A0262-F72D-CF40-8B9F-871A5CEC706F}" dt="2022-10-07T13:06:47.175" v="103" actId="478"/>
          <ac:spMkLst>
            <pc:docMk/>
            <pc:sldMk cId="495762755" sldId="289"/>
            <ac:spMk id="3" creationId="{0C56A9DF-889E-E955-672E-19E514FD2C10}"/>
          </ac:spMkLst>
        </pc:spChg>
        <pc:spChg chg="del">
          <ac:chgData name="Абрамова Надежда Робертовна" userId="98be7548-a651-4b95-923b-e1e51aa70311" providerId="ADAL" clId="{3A7A0262-F72D-CF40-8B9F-871A5CEC706F}" dt="2022-10-07T13:06:10.668" v="99" actId="478"/>
          <ac:spMkLst>
            <pc:docMk/>
            <pc:sldMk cId="495762755" sldId="289"/>
            <ac:spMk id="7" creationId="{E1A17EF3-80FC-E949-9D29-35399B3E471A}"/>
          </ac:spMkLst>
        </pc:spChg>
        <pc:spChg chg="del">
          <ac:chgData name="Абрамова Надежда Робертовна" userId="98be7548-a651-4b95-923b-e1e51aa70311" providerId="ADAL" clId="{3A7A0262-F72D-CF40-8B9F-871A5CEC706F}" dt="2022-10-07T13:06:10.668" v="99" actId="478"/>
          <ac:spMkLst>
            <pc:docMk/>
            <pc:sldMk cId="495762755" sldId="289"/>
            <ac:spMk id="8" creationId="{8ED3F895-1E75-1241-8B43-5C46931114A0}"/>
          </ac:spMkLst>
        </pc:spChg>
        <pc:spChg chg="add mod">
          <ac:chgData name="Абрамова Надежда Робертовна" userId="98be7548-a651-4b95-923b-e1e51aa70311" providerId="ADAL" clId="{3A7A0262-F72D-CF40-8B9F-871A5CEC706F}" dt="2022-10-07T13:06:52.823" v="104"/>
          <ac:spMkLst>
            <pc:docMk/>
            <pc:sldMk cId="495762755" sldId="289"/>
            <ac:spMk id="10" creationId="{D508885D-3CE3-1CA5-976B-34E27AE45A43}"/>
          </ac:spMkLst>
        </pc:spChg>
      </pc:sldChg>
      <pc:sldChg chg="delSp mod">
        <pc:chgData name="Абрамова Надежда Робертовна" userId="98be7548-a651-4b95-923b-e1e51aa70311" providerId="ADAL" clId="{3A7A0262-F72D-CF40-8B9F-871A5CEC706F}" dt="2022-10-07T13:06:28.927" v="100" actId="478"/>
        <pc:sldMkLst>
          <pc:docMk/>
          <pc:sldMk cId="1648988508" sldId="290"/>
        </pc:sldMkLst>
        <pc:spChg chg="del">
          <ac:chgData name="Абрамова Надежда Робертовна" userId="98be7548-a651-4b95-923b-e1e51aa70311" providerId="ADAL" clId="{3A7A0262-F72D-CF40-8B9F-871A5CEC706F}" dt="2022-10-07T13:06:28.927" v="100" actId="478"/>
          <ac:spMkLst>
            <pc:docMk/>
            <pc:sldMk cId="1648988508" sldId="290"/>
            <ac:spMk id="7" creationId="{2B6044E3-0B71-0E47-8BB8-2E75FF51AEF7}"/>
          </ac:spMkLst>
        </pc:spChg>
        <pc:spChg chg="del">
          <ac:chgData name="Абрамова Надежда Робертовна" userId="98be7548-a651-4b95-923b-e1e51aa70311" providerId="ADAL" clId="{3A7A0262-F72D-CF40-8B9F-871A5CEC706F}" dt="2022-10-07T13:06:28.927" v="100" actId="478"/>
          <ac:spMkLst>
            <pc:docMk/>
            <pc:sldMk cId="1648988508" sldId="290"/>
            <ac:spMk id="8" creationId="{5AE50B9E-D827-004A-9EE0-E68D4437BD90}"/>
          </ac:spMkLst>
        </pc:spChg>
      </pc:sldChg>
      <pc:sldChg chg="delSp mod">
        <pc:chgData name="Абрамова Надежда Робертовна" userId="98be7548-a651-4b95-923b-e1e51aa70311" providerId="ADAL" clId="{3A7A0262-F72D-CF40-8B9F-871A5CEC706F}" dt="2022-10-07T13:08:18.425" v="109" actId="478"/>
        <pc:sldMkLst>
          <pc:docMk/>
          <pc:sldMk cId="4037266417" sldId="293"/>
        </pc:sldMkLst>
        <pc:spChg chg="del">
          <ac:chgData name="Абрамова Надежда Робертовна" userId="98be7548-a651-4b95-923b-e1e51aa70311" providerId="ADAL" clId="{3A7A0262-F72D-CF40-8B9F-871A5CEC706F}" dt="2022-10-07T13:08:18.425" v="109" actId="478"/>
          <ac:spMkLst>
            <pc:docMk/>
            <pc:sldMk cId="4037266417" sldId="293"/>
            <ac:spMk id="5" creationId="{B44726F6-6B97-9541-B430-5890C40AB653}"/>
          </ac:spMkLst>
        </pc:spChg>
        <pc:spChg chg="del">
          <ac:chgData name="Абрамова Надежда Робертовна" userId="98be7548-a651-4b95-923b-e1e51aa70311" providerId="ADAL" clId="{3A7A0262-F72D-CF40-8B9F-871A5CEC706F}" dt="2022-10-07T13:08:18.425" v="109" actId="478"/>
          <ac:spMkLst>
            <pc:docMk/>
            <pc:sldMk cId="4037266417" sldId="293"/>
            <ac:spMk id="6" creationId="{1FF1B796-D346-7747-8C68-5B56E6538039}"/>
          </ac:spMkLst>
        </pc:spChg>
      </pc:sldChg>
      <pc:sldChg chg="delSp mod">
        <pc:chgData name="Абрамова Надежда Робертовна" userId="98be7548-a651-4b95-923b-e1e51aa70311" providerId="ADAL" clId="{3A7A0262-F72D-CF40-8B9F-871A5CEC706F}" dt="2022-10-07T13:08:33.624" v="110" actId="478"/>
        <pc:sldMkLst>
          <pc:docMk/>
          <pc:sldMk cId="1496322701" sldId="294"/>
        </pc:sldMkLst>
        <pc:spChg chg="del">
          <ac:chgData name="Абрамова Надежда Робертовна" userId="98be7548-a651-4b95-923b-e1e51aa70311" providerId="ADAL" clId="{3A7A0262-F72D-CF40-8B9F-871A5CEC706F}" dt="2022-10-07T13:08:33.624" v="110" actId="478"/>
          <ac:spMkLst>
            <pc:docMk/>
            <pc:sldMk cId="1496322701" sldId="294"/>
            <ac:spMk id="7" creationId="{31A0EB17-0D28-524C-9C34-1970B0BAC8CE}"/>
          </ac:spMkLst>
        </pc:spChg>
        <pc:spChg chg="del">
          <ac:chgData name="Абрамова Надежда Робертовна" userId="98be7548-a651-4b95-923b-e1e51aa70311" providerId="ADAL" clId="{3A7A0262-F72D-CF40-8B9F-871A5CEC706F}" dt="2022-10-07T13:08:33.624" v="110" actId="478"/>
          <ac:spMkLst>
            <pc:docMk/>
            <pc:sldMk cId="1496322701" sldId="294"/>
            <ac:spMk id="8" creationId="{CD633F9A-0684-3C45-AC7F-6A087C1D8F06}"/>
          </ac:spMkLst>
        </pc:spChg>
      </pc:sldChg>
      <pc:sldChg chg="delSp mod">
        <pc:chgData name="Абрамова Надежда Робертовна" userId="98be7548-a651-4b95-923b-e1e51aa70311" providerId="ADAL" clId="{3A7A0262-F72D-CF40-8B9F-871A5CEC706F}" dt="2022-10-07T13:08:41.566" v="111" actId="478"/>
        <pc:sldMkLst>
          <pc:docMk/>
          <pc:sldMk cId="461682808" sldId="295"/>
        </pc:sldMkLst>
        <pc:spChg chg="del">
          <ac:chgData name="Абрамова Надежда Робертовна" userId="98be7548-a651-4b95-923b-e1e51aa70311" providerId="ADAL" clId="{3A7A0262-F72D-CF40-8B9F-871A5CEC706F}" dt="2022-10-07T13:08:41.566" v="111" actId="478"/>
          <ac:spMkLst>
            <pc:docMk/>
            <pc:sldMk cId="461682808" sldId="295"/>
            <ac:spMk id="7" creationId="{FE7EB57C-8144-9C4F-8DED-3C5FD00EA498}"/>
          </ac:spMkLst>
        </pc:spChg>
        <pc:spChg chg="del">
          <ac:chgData name="Абрамова Надежда Робертовна" userId="98be7548-a651-4b95-923b-e1e51aa70311" providerId="ADAL" clId="{3A7A0262-F72D-CF40-8B9F-871A5CEC706F}" dt="2022-10-07T13:08:41.566" v="111" actId="478"/>
          <ac:spMkLst>
            <pc:docMk/>
            <pc:sldMk cId="461682808" sldId="295"/>
            <ac:spMk id="8" creationId="{B55D36F7-D45B-7845-AECA-F7681B2EFC19}"/>
          </ac:spMkLst>
        </pc:spChg>
      </pc:sldChg>
      <pc:sldChg chg="delSp mod">
        <pc:chgData name="Абрамова Надежда Робертовна" userId="98be7548-a651-4b95-923b-e1e51aa70311" providerId="ADAL" clId="{3A7A0262-F72D-CF40-8B9F-871A5CEC706F}" dt="2022-10-07T13:08:58.216" v="112" actId="478"/>
        <pc:sldMkLst>
          <pc:docMk/>
          <pc:sldMk cId="4002175649" sldId="296"/>
        </pc:sldMkLst>
        <pc:spChg chg="del">
          <ac:chgData name="Абрамова Надежда Робертовна" userId="98be7548-a651-4b95-923b-e1e51aa70311" providerId="ADAL" clId="{3A7A0262-F72D-CF40-8B9F-871A5CEC706F}" dt="2022-10-07T13:08:58.216" v="112" actId="478"/>
          <ac:spMkLst>
            <pc:docMk/>
            <pc:sldMk cId="4002175649" sldId="296"/>
            <ac:spMk id="7" creationId="{8540C86E-60B0-604F-8BB6-94B8E0208905}"/>
          </ac:spMkLst>
        </pc:spChg>
        <pc:spChg chg="del">
          <ac:chgData name="Абрамова Надежда Робертовна" userId="98be7548-a651-4b95-923b-e1e51aa70311" providerId="ADAL" clId="{3A7A0262-F72D-CF40-8B9F-871A5CEC706F}" dt="2022-10-07T13:08:58.216" v="112" actId="478"/>
          <ac:spMkLst>
            <pc:docMk/>
            <pc:sldMk cId="4002175649" sldId="296"/>
            <ac:spMk id="8" creationId="{2210E626-73FA-C647-88FC-4EB704C70EB1}"/>
          </ac:spMkLst>
        </pc:spChg>
      </pc:sldChg>
      <pc:sldChg chg="delSp mod">
        <pc:chgData name="Абрамова Надежда Робертовна" userId="98be7548-a651-4b95-923b-e1e51aa70311" providerId="ADAL" clId="{3A7A0262-F72D-CF40-8B9F-871A5CEC706F}" dt="2022-10-07T13:09:09.792" v="113" actId="478"/>
        <pc:sldMkLst>
          <pc:docMk/>
          <pc:sldMk cId="2988048741" sldId="297"/>
        </pc:sldMkLst>
        <pc:spChg chg="del">
          <ac:chgData name="Абрамова Надежда Робертовна" userId="98be7548-a651-4b95-923b-e1e51aa70311" providerId="ADAL" clId="{3A7A0262-F72D-CF40-8B9F-871A5CEC706F}" dt="2022-10-07T13:09:09.792" v="113" actId="478"/>
          <ac:spMkLst>
            <pc:docMk/>
            <pc:sldMk cId="2988048741" sldId="297"/>
            <ac:spMk id="3" creationId="{7D323C45-B329-894C-9560-43EF3302210E}"/>
          </ac:spMkLst>
        </pc:spChg>
        <pc:spChg chg="del">
          <ac:chgData name="Абрамова Надежда Робертовна" userId="98be7548-a651-4b95-923b-e1e51aa70311" providerId="ADAL" clId="{3A7A0262-F72D-CF40-8B9F-871A5CEC706F}" dt="2022-10-07T13:09:09.792" v="113" actId="478"/>
          <ac:spMkLst>
            <pc:docMk/>
            <pc:sldMk cId="2988048741" sldId="297"/>
            <ac:spMk id="4" creationId="{0ADA81B8-0209-EA4C-8306-5853CB70BEE8}"/>
          </ac:spMkLst>
        </pc:spChg>
      </pc:sldChg>
      <pc:sldChg chg="delSp modSp mod">
        <pc:chgData name="Абрамова Надежда Робертовна" userId="98be7548-a651-4b95-923b-e1e51aa70311" providerId="ADAL" clId="{3A7A0262-F72D-CF40-8B9F-871A5CEC706F}" dt="2022-10-10T13:14:06.001" v="176" actId="404"/>
        <pc:sldMkLst>
          <pc:docMk/>
          <pc:sldMk cId="1244032479" sldId="298"/>
        </pc:sldMkLst>
        <pc:spChg chg="mod">
          <ac:chgData name="Абрамова Надежда Робертовна" userId="98be7548-a651-4b95-923b-e1e51aa70311" providerId="ADAL" clId="{3A7A0262-F72D-CF40-8B9F-871A5CEC706F}" dt="2022-10-10T13:14:06.001" v="176" actId="404"/>
          <ac:spMkLst>
            <pc:docMk/>
            <pc:sldMk cId="1244032479" sldId="298"/>
            <ac:spMk id="3" creationId="{9D324D6E-058C-494B-A04D-B41012231273}"/>
          </ac:spMkLst>
        </pc:spChg>
        <pc:spChg chg="del">
          <ac:chgData name="Абрамова Надежда Робертовна" userId="98be7548-a651-4b95-923b-e1e51aa70311" providerId="ADAL" clId="{3A7A0262-F72D-CF40-8B9F-871A5CEC706F}" dt="2022-10-07T13:07:04.050" v="105" actId="478"/>
          <ac:spMkLst>
            <pc:docMk/>
            <pc:sldMk cId="1244032479" sldId="298"/>
            <ac:spMk id="6" creationId="{99CD75B3-F19F-A143-B0D6-2AC02E4F01EF}"/>
          </ac:spMkLst>
        </pc:spChg>
        <pc:spChg chg="del">
          <ac:chgData name="Абрамова Надежда Робертовна" userId="98be7548-a651-4b95-923b-e1e51aa70311" providerId="ADAL" clId="{3A7A0262-F72D-CF40-8B9F-871A5CEC706F}" dt="2022-10-07T13:07:04.050" v="105" actId="478"/>
          <ac:spMkLst>
            <pc:docMk/>
            <pc:sldMk cId="1244032479" sldId="298"/>
            <ac:spMk id="7" creationId="{C4399C93-B52E-AD4F-996E-8B1ABD2AD8AE}"/>
          </ac:spMkLst>
        </pc:spChg>
        <pc:graphicFrameChg chg="mod">
          <ac:chgData name="Абрамова Надежда Робертовна" userId="98be7548-a651-4b95-923b-e1e51aa70311" providerId="ADAL" clId="{3A7A0262-F72D-CF40-8B9F-871A5CEC706F}" dt="2022-10-10T13:13:52.323" v="175"/>
          <ac:graphicFrameMkLst>
            <pc:docMk/>
            <pc:sldMk cId="1244032479" sldId="298"/>
            <ac:graphicFrameMk id="8" creationId="{E3B67526-CF2E-0E4C-932D-4C45937A8F35}"/>
          </ac:graphicFrameMkLst>
        </pc:graphicFrameChg>
      </pc:sldChg>
      <pc:sldChg chg="delSp modSp mod">
        <pc:chgData name="Абрамова Надежда Робертовна" userId="98be7548-a651-4b95-923b-e1e51aa70311" providerId="ADAL" clId="{3A7A0262-F72D-CF40-8B9F-871A5CEC706F}" dt="2022-10-10T13:15:26.520" v="192"/>
        <pc:sldMkLst>
          <pc:docMk/>
          <pc:sldMk cId="4128394876" sldId="299"/>
        </pc:sldMkLst>
        <pc:spChg chg="del">
          <ac:chgData name="Абрамова Надежда Робертовна" userId="98be7548-a651-4b95-923b-e1e51aa70311" providerId="ADAL" clId="{3A7A0262-F72D-CF40-8B9F-871A5CEC706F}" dt="2022-10-07T13:08:10.032" v="108" actId="478"/>
          <ac:spMkLst>
            <pc:docMk/>
            <pc:sldMk cId="4128394876" sldId="299"/>
            <ac:spMk id="7" creationId="{8F16B6AC-7147-4143-8F71-EEB6F782C334}"/>
          </ac:spMkLst>
        </pc:spChg>
        <pc:spChg chg="del">
          <ac:chgData name="Абрамова Надежда Робертовна" userId="98be7548-a651-4b95-923b-e1e51aa70311" providerId="ADAL" clId="{3A7A0262-F72D-CF40-8B9F-871A5CEC706F}" dt="2022-10-07T13:08:10.032" v="108" actId="478"/>
          <ac:spMkLst>
            <pc:docMk/>
            <pc:sldMk cId="4128394876" sldId="299"/>
            <ac:spMk id="8" creationId="{6C9C4F34-55DD-1B49-87D7-49B1EBF7F8EC}"/>
          </ac:spMkLst>
        </pc:spChg>
        <pc:graphicFrameChg chg="mod modGraphic">
          <ac:chgData name="Абрамова Надежда Робертовна" userId="98be7548-a651-4b95-923b-e1e51aa70311" providerId="ADAL" clId="{3A7A0262-F72D-CF40-8B9F-871A5CEC706F}" dt="2022-10-10T13:15:26.520" v="192"/>
          <ac:graphicFrameMkLst>
            <pc:docMk/>
            <pc:sldMk cId="4128394876" sldId="299"/>
            <ac:graphicFrameMk id="9" creationId="{BE7E465B-E4F9-DC4B-9A6F-2C4ACA00E732}"/>
          </ac:graphicFrameMkLst>
        </pc:graphicFrameChg>
      </pc:sldChg>
      <pc:sldChg chg="new ord">
        <pc:chgData name="Абрамова Надежда Робертовна" userId="98be7548-a651-4b95-923b-e1e51aa70311" providerId="ADAL" clId="{3A7A0262-F72D-CF40-8B9F-871A5CEC706F}" dt="2022-10-07T13:03:56.828" v="93" actId="20578"/>
        <pc:sldMkLst>
          <pc:docMk/>
          <pc:sldMk cId="3185509846" sldId="300"/>
        </pc:sldMkLst>
      </pc:sldChg>
      <pc:sldChg chg="new">
        <pc:chgData name="Абрамова Надежда Робертовна" userId="98be7548-a651-4b95-923b-e1e51aa70311" providerId="ADAL" clId="{3A7A0262-F72D-CF40-8B9F-871A5CEC706F}" dt="2022-10-07T13:04:36.530" v="94" actId="680"/>
        <pc:sldMkLst>
          <pc:docMk/>
          <pc:sldMk cId="786614488" sldId="301"/>
        </pc:sldMkLst>
      </pc:sldChg>
      <pc:sldChg chg="new">
        <pc:chgData name="Абрамова Надежда Робертовна" userId="98be7548-a651-4b95-923b-e1e51aa70311" providerId="ADAL" clId="{3A7A0262-F72D-CF40-8B9F-871A5CEC706F}" dt="2022-10-07T13:05:39.059" v="96" actId="680"/>
        <pc:sldMkLst>
          <pc:docMk/>
          <pc:sldMk cId="1247343881" sldId="302"/>
        </pc:sldMkLst>
      </pc:sldChg>
      <pc:sldChg chg="new ord">
        <pc:chgData name="Абрамова Надежда Робертовна" userId="98be7548-a651-4b95-923b-e1e51aa70311" providerId="ADAL" clId="{3A7A0262-F72D-CF40-8B9F-871A5CEC706F}" dt="2022-10-07T13:07:20.994" v="107" actId="20578"/>
        <pc:sldMkLst>
          <pc:docMk/>
          <pc:sldMk cId="1308392120" sldId="303"/>
        </pc:sldMkLst>
      </pc:sldChg>
      <pc:sldChg chg="new">
        <pc:chgData name="Абрамова Надежда Робертовна" userId="98be7548-a651-4b95-923b-e1e51aa70311" providerId="ADAL" clId="{3A7A0262-F72D-CF40-8B9F-871A5CEC706F}" dt="2022-10-07T13:09:19.168" v="114" actId="680"/>
        <pc:sldMkLst>
          <pc:docMk/>
          <pc:sldMk cId="2097425266" sldId="304"/>
        </pc:sldMkLst>
      </pc:sldChg>
      <pc:sldMasterChg chg="modSp addSldLayout modSldLayout">
        <pc:chgData name="Абрамова Надежда Робертовна" userId="98be7548-a651-4b95-923b-e1e51aa70311" providerId="ADAL" clId="{3A7A0262-F72D-CF40-8B9F-871A5CEC706F}" dt="2022-10-19T15:41:34.952" v="194" actId="478"/>
        <pc:sldMasterMkLst>
          <pc:docMk/>
          <pc:sldMasterMk cId="578506015" sldId="2147483648"/>
        </pc:sldMasterMkLst>
        <pc:sldLayoutChg chg="modSp mod">
          <pc:chgData name="Абрамова Надежда Робертовна" userId="98be7548-a651-4b95-923b-e1e51aa70311" providerId="ADAL" clId="{3A7A0262-F72D-CF40-8B9F-871A5CEC706F}" dt="2022-10-07T13:13:36.745" v="133" actId="6014"/>
          <pc:sldLayoutMkLst>
            <pc:docMk/>
            <pc:sldMasterMk cId="578506015" sldId="2147483648"/>
            <pc:sldLayoutMk cId="4182895918" sldId="2147483649"/>
          </pc:sldLayoutMkLst>
          <pc:picChg chg="mod">
            <ac:chgData name="Абрамова Надежда Робертовна" userId="98be7548-a651-4b95-923b-e1e51aa70311" providerId="ADAL" clId="{3A7A0262-F72D-CF40-8B9F-871A5CEC706F}" dt="2022-10-07T12:37:56.784" v="0" actId="14826"/>
            <ac:picMkLst>
              <pc:docMk/>
              <pc:sldMasterMk cId="578506015" sldId="2147483648"/>
              <pc:sldLayoutMk cId="4182895918" sldId="2147483649"/>
              <ac:picMk id="7" creationId="{BA292C80-0DA8-194A-9A66-279048FA2A54}"/>
            </ac:picMkLst>
          </pc:picChg>
        </pc:sldLayoutChg>
        <pc:sldLayoutChg chg="addSp delSp modSp mod">
          <pc:chgData name="Абрамова Надежда Робертовна" userId="98be7548-a651-4b95-923b-e1e51aa70311" providerId="ADAL" clId="{3A7A0262-F72D-CF40-8B9F-871A5CEC706F}" dt="2022-10-07T13:14:02.485" v="136" actId="6014"/>
          <pc:sldLayoutMkLst>
            <pc:docMk/>
            <pc:sldMasterMk cId="578506015" sldId="2147483648"/>
            <pc:sldLayoutMk cId="663795632" sldId="2147483650"/>
          </pc:sldLayoutMkLst>
          <pc:spChg chg="add mod">
            <ac:chgData name="Абрамова Надежда Робертовна" userId="98be7548-a651-4b95-923b-e1e51aa70311" providerId="ADAL" clId="{3A7A0262-F72D-CF40-8B9F-871A5CEC706F}" dt="2022-10-07T12:41:36.967" v="20"/>
            <ac:spMkLst>
              <pc:docMk/>
              <pc:sldMasterMk cId="578506015" sldId="2147483648"/>
              <pc:sldLayoutMk cId="663795632" sldId="2147483650"/>
              <ac:spMk id="2" creationId="{303076C2-6778-96FB-B780-FEF515930096}"/>
            </ac:spMkLst>
          </pc:spChg>
          <pc:spChg chg="del">
            <ac:chgData name="Абрамова Надежда Робертовна" userId="98be7548-a651-4b95-923b-e1e51aa70311" providerId="ADAL" clId="{3A7A0262-F72D-CF40-8B9F-871A5CEC706F}" dt="2022-10-07T12:41:36.553" v="19" actId="478"/>
            <ac:spMkLst>
              <pc:docMk/>
              <pc:sldMasterMk cId="578506015" sldId="2147483648"/>
              <pc:sldLayoutMk cId="663795632" sldId="2147483650"/>
              <ac:spMk id="11" creationId="{05ECCF8F-5855-7943-B503-5573887A534D}"/>
            </ac:spMkLst>
          </pc:spChg>
          <pc:spChg chg="mod">
            <ac:chgData name="Абрамова Надежда Робертовна" userId="98be7548-a651-4b95-923b-e1e51aa70311" providerId="ADAL" clId="{3A7A0262-F72D-CF40-8B9F-871A5CEC706F}" dt="2022-10-07T12:44:41.046" v="53" actId="14100"/>
            <ac:spMkLst>
              <pc:docMk/>
              <pc:sldMasterMk cId="578506015" sldId="2147483648"/>
              <pc:sldLayoutMk cId="663795632" sldId="2147483650"/>
              <ac:spMk id="15" creationId="{87E14987-3496-B241-A4C9-88FACDD837F5}"/>
            </ac:spMkLst>
          </pc:spChg>
        </pc:sldLayoutChg>
        <pc:sldLayoutChg chg="addSp delSp modSp mod">
          <pc:chgData name="Абрамова Надежда Робертовна" userId="98be7548-a651-4b95-923b-e1e51aa70311" providerId="ADAL" clId="{3A7A0262-F72D-CF40-8B9F-871A5CEC706F}" dt="2022-10-07T13:14:22.316" v="137" actId="6014"/>
          <pc:sldLayoutMkLst>
            <pc:docMk/>
            <pc:sldMasterMk cId="578506015" sldId="2147483648"/>
            <pc:sldLayoutMk cId="2507113422" sldId="2147483651"/>
          </pc:sldLayoutMkLst>
          <pc:spChg chg="add mod">
            <ac:chgData name="Абрамова Надежда Робертовна" userId="98be7548-a651-4b95-923b-e1e51aa70311" providerId="ADAL" clId="{3A7A0262-F72D-CF40-8B9F-871A5CEC706F}" dt="2022-10-07T12:41:42.161" v="22"/>
            <ac:spMkLst>
              <pc:docMk/>
              <pc:sldMasterMk cId="578506015" sldId="2147483648"/>
              <pc:sldLayoutMk cId="2507113422" sldId="2147483651"/>
              <ac:spMk id="2" creationId="{819F2188-296C-D6E4-A87F-7FEBCF5365B3}"/>
            </ac:spMkLst>
          </pc:spChg>
          <pc:spChg chg="del">
            <ac:chgData name="Абрамова Надежда Робертовна" userId="98be7548-a651-4b95-923b-e1e51aa70311" providerId="ADAL" clId="{3A7A0262-F72D-CF40-8B9F-871A5CEC706F}" dt="2022-10-07T12:41:41.109" v="21" actId="478"/>
            <ac:spMkLst>
              <pc:docMk/>
              <pc:sldMasterMk cId="578506015" sldId="2147483648"/>
              <pc:sldLayoutMk cId="2507113422" sldId="2147483651"/>
              <ac:spMk id="11" creationId="{66DF89EC-1E7C-3B40-85F4-6D19A7D29AC7}"/>
            </ac:spMkLst>
          </pc:spChg>
          <pc:spChg chg="mod">
            <ac:chgData name="Абрамова Надежда Робертовна" userId="98be7548-a651-4b95-923b-e1e51aa70311" providerId="ADAL" clId="{3A7A0262-F72D-CF40-8B9F-871A5CEC706F}" dt="2022-10-07T12:44:48.370" v="54" actId="14100"/>
            <ac:spMkLst>
              <pc:docMk/>
              <pc:sldMasterMk cId="578506015" sldId="2147483648"/>
              <pc:sldLayoutMk cId="2507113422" sldId="2147483651"/>
              <ac:spMk id="15" creationId="{F0037DB7-9A83-3348-8DAE-CC70560E4099}"/>
            </ac:spMkLst>
          </pc:spChg>
          <pc:spChg chg="del">
            <ac:chgData name="Абрамова Надежда Робертовна" userId="98be7548-a651-4b95-923b-e1e51aa70311" providerId="ADAL" clId="{3A7A0262-F72D-CF40-8B9F-871A5CEC706F}" dt="2022-10-07T12:42:45.350" v="37" actId="478"/>
            <ac:spMkLst>
              <pc:docMk/>
              <pc:sldMasterMk cId="578506015" sldId="2147483648"/>
              <pc:sldLayoutMk cId="2507113422" sldId="2147483651"/>
              <ac:spMk id="20" creationId="{4007716A-CF6E-BC4E-83BE-CC4A3F1F2008}"/>
            </ac:spMkLst>
          </pc:spChg>
          <pc:spChg chg="del">
            <ac:chgData name="Абрамова Надежда Робертовна" userId="98be7548-a651-4b95-923b-e1e51aa70311" providerId="ADAL" clId="{3A7A0262-F72D-CF40-8B9F-871A5CEC706F}" dt="2022-10-07T12:42:48.432" v="38" actId="478"/>
            <ac:spMkLst>
              <pc:docMk/>
              <pc:sldMasterMk cId="578506015" sldId="2147483648"/>
              <pc:sldLayoutMk cId="2507113422" sldId="2147483651"/>
              <ac:spMk id="22" creationId="{4921AC85-F824-C54B-91ED-6AB495D80D7A}"/>
            </ac:spMkLst>
          </pc:spChg>
        </pc:sldLayoutChg>
        <pc:sldLayoutChg chg="addSp delSp modSp mod">
          <pc:chgData name="Абрамова Надежда Робертовна" userId="98be7548-a651-4b95-923b-e1e51aa70311" providerId="ADAL" clId="{3A7A0262-F72D-CF40-8B9F-871A5CEC706F}" dt="2022-10-07T13:28:14.156" v="149"/>
          <pc:sldLayoutMkLst>
            <pc:docMk/>
            <pc:sldMasterMk cId="578506015" sldId="2147483648"/>
            <pc:sldLayoutMk cId="764889845" sldId="2147483652"/>
          </pc:sldLayoutMkLst>
          <pc:spChg chg="add mod">
            <ac:chgData name="Абрамова Надежда Робертовна" userId="98be7548-a651-4b95-923b-e1e51aa70311" providerId="ADAL" clId="{3A7A0262-F72D-CF40-8B9F-871A5CEC706F}" dt="2022-10-07T12:41:47.005" v="24"/>
            <ac:spMkLst>
              <pc:docMk/>
              <pc:sldMasterMk cId="578506015" sldId="2147483648"/>
              <pc:sldLayoutMk cId="764889845" sldId="2147483652"/>
              <ac:spMk id="2" creationId="{6E1D1A8A-1BAA-23BE-0B81-61FD29BE0D3E}"/>
            </ac:spMkLst>
          </pc:spChg>
          <pc:spChg chg="del">
            <ac:chgData name="Абрамова Надежда Робертовна" userId="98be7548-a651-4b95-923b-e1e51aa70311" providerId="ADAL" clId="{3A7A0262-F72D-CF40-8B9F-871A5CEC706F}" dt="2022-10-07T12:41:46.611" v="23" actId="478"/>
            <ac:spMkLst>
              <pc:docMk/>
              <pc:sldMasterMk cId="578506015" sldId="2147483648"/>
              <pc:sldLayoutMk cId="764889845" sldId="2147483652"/>
              <ac:spMk id="12" creationId="{C65A5D7C-EB12-9D4D-A99A-4B26C81B7387}"/>
            </ac:spMkLst>
          </pc:spChg>
          <pc:spChg chg="mod">
            <ac:chgData name="Абрамова Надежда Робертовна" userId="98be7548-a651-4b95-923b-e1e51aa70311" providerId="ADAL" clId="{3A7A0262-F72D-CF40-8B9F-871A5CEC706F}" dt="2022-10-07T12:44:54.276" v="55" actId="14100"/>
            <ac:spMkLst>
              <pc:docMk/>
              <pc:sldMasterMk cId="578506015" sldId="2147483648"/>
              <pc:sldLayoutMk cId="764889845" sldId="2147483652"/>
              <ac:spMk id="16" creationId="{EB05FE86-9EEC-B64C-A6A4-0EF1E57F548F}"/>
            </ac:spMkLst>
          </pc:spChg>
          <pc:spChg chg="del">
            <ac:chgData name="Абрамова Надежда Робертовна" userId="98be7548-a651-4b95-923b-e1e51aa70311" providerId="ADAL" clId="{3A7A0262-F72D-CF40-8B9F-871A5CEC706F}" dt="2022-10-07T12:43:53.594" v="47" actId="478"/>
            <ac:spMkLst>
              <pc:docMk/>
              <pc:sldMasterMk cId="578506015" sldId="2147483648"/>
              <pc:sldLayoutMk cId="764889845" sldId="2147483652"/>
              <ac:spMk id="18" creationId="{897B1CBC-D3E1-5F42-9E46-5C5D5982A1A4}"/>
            </ac:spMkLst>
          </pc:spChg>
          <pc:spChg chg="del">
            <ac:chgData name="Абрамова Надежда Робертовна" userId="98be7548-a651-4b95-923b-e1e51aa70311" providerId="ADAL" clId="{3A7A0262-F72D-CF40-8B9F-871A5CEC706F}" dt="2022-10-07T12:43:53.594" v="47" actId="478"/>
            <ac:spMkLst>
              <pc:docMk/>
              <pc:sldMasterMk cId="578506015" sldId="2147483648"/>
              <pc:sldLayoutMk cId="764889845" sldId="2147483652"/>
              <ac:spMk id="19" creationId="{364269E6-245A-D54E-A8AD-14E29A03FAC1}"/>
            </ac:spMkLst>
          </pc:spChg>
          <pc:spChg chg="mod">
            <ac:chgData name="Абрамова Надежда Робертовна" userId="98be7548-a651-4b95-923b-e1e51aa70311" providerId="ADAL" clId="{3A7A0262-F72D-CF40-8B9F-871A5CEC706F}" dt="2022-10-07T13:28:14.156" v="149"/>
            <ac:spMkLst>
              <pc:docMk/>
              <pc:sldMasterMk cId="578506015" sldId="2147483648"/>
              <pc:sldLayoutMk cId="764889845" sldId="2147483652"/>
              <ac:spMk id="20" creationId="{5812BF3C-1D24-3640-84D2-BFFCA525AE5F}"/>
            </ac:spMkLst>
          </pc:spChg>
        </pc:sldLayoutChg>
        <pc:sldLayoutChg chg="addSp delSp modSp mod">
          <pc:chgData name="Абрамова Надежда Робертовна" userId="98be7548-a651-4b95-923b-e1e51aa70311" providerId="ADAL" clId="{3A7A0262-F72D-CF40-8B9F-871A5CEC706F}" dt="2022-10-07T13:14:58.287" v="139" actId="6014"/>
          <pc:sldLayoutMkLst>
            <pc:docMk/>
            <pc:sldMasterMk cId="578506015" sldId="2147483648"/>
            <pc:sldLayoutMk cId="2057052302" sldId="2147483654"/>
          </pc:sldLayoutMkLst>
          <pc:spChg chg="add mod">
            <ac:chgData name="Абрамова Надежда Робертовна" userId="98be7548-a651-4b95-923b-e1e51aa70311" providerId="ADAL" clId="{3A7A0262-F72D-CF40-8B9F-871A5CEC706F}" dt="2022-10-07T12:41:51.064" v="26"/>
            <ac:spMkLst>
              <pc:docMk/>
              <pc:sldMasterMk cId="578506015" sldId="2147483648"/>
              <pc:sldLayoutMk cId="2057052302" sldId="2147483654"/>
              <ac:spMk id="2" creationId="{CD22D4E5-D665-1D46-C611-B5AA8153EF16}"/>
            </ac:spMkLst>
          </pc:spChg>
          <pc:spChg chg="del">
            <ac:chgData name="Абрамова Надежда Робертовна" userId="98be7548-a651-4b95-923b-e1e51aa70311" providerId="ADAL" clId="{3A7A0262-F72D-CF40-8B9F-871A5CEC706F}" dt="2022-10-07T12:41:50.706" v="25" actId="478"/>
            <ac:spMkLst>
              <pc:docMk/>
              <pc:sldMasterMk cId="578506015" sldId="2147483648"/>
              <pc:sldLayoutMk cId="2057052302" sldId="2147483654"/>
              <ac:spMk id="10" creationId="{30460EF6-ECAD-8941-8132-1B3E005D6067}"/>
            </ac:spMkLst>
          </pc:spChg>
          <pc:spChg chg="mod">
            <ac:chgData name="Абрамова Надежда Робертовна" userId="98be7548-a651-4b95-923b-e1e51aa70311" providerId="ADAL" clId="{3A7A0262-F72D-CF40-8B9F-871A5CEC706F}" dt="2022-10-07T12:45:27.182" v="62" actId="14100"/>
            <ac:spMkLst>
              <pc:docMk/>
              <pc:sldMasterMk cId="578506015" sldId="2147483648"/>
              <pc:sldLayoutMk cId="2057052302" sldId="2147483654"/>
              <ac:spMk id="18" creationId="{37B4962B-A5BA-AB4F-AFB3-5BF3A0AD0352}"/>
            </ac:spMkLst>
          </pc:spChg>
          <pc:spChg chg="del">
            <ac:chgData name="Абрамова Надежда Робертовна" userId="98be7548-a651-4b95-923b-e1e51aa70311" providerId="ADAL" clId="{3A7A0262-F72D-CF40-8B9F-871A5CEC706F}" dt="2022-10-07T12:44:59.292" v="56" actId="478"/>
            <ac:spMkLst>
              <pc:docMk/>
              <pc:sldMasterMk cId="578506015" sldId="2147483648"/>
              <pc:sldLayoutMk cId="2057052302" sldId="2147483654"/>
              <ac:spMk id="19" creationId="{78AD85C2-6CFD-A94C-8134-2B3392A33196}"/>
            </ac:spMkLst>
          </pc:spChg>
          <pc:spChg chg="del">
            <ac:chgData name="Абрамова Надежда Робертовна" userId="98be7548-a651-4b95-923b-e1e51aa70311" providerId="ADAL" clId="{3A7A0262-F72D-CF40-8B9F-871A5CEC706F}" dt="2022-10-07T12:44:59.292" v="56" actId="478"/>
            <ac:spMkLst>
              <pc:docMk/>
              <pc:sldMasterMk cId="578506015" sldId="2147483648"/>
              <pc:sldLayoutMk cId="2057052302" sldId="2147483654"/>
              <ac:spMk id="20" creationId="{C50CF571-E523-5440-B1C9-D74160206AED}"/>
            </ac:spMkLst>
          </pc:spChg>
        </pc:sldLayoutChg>
        <pc:sldLayoutChg chg="addSp delSp modSp mod">
          <pc:chgData name="Абрамова Надежда Робертовна" userId="98be7548-a651-4b95-923b-e1e51aa70311" providerId="ADAL" clId="{3A7A0262-F72D-CF40-8B9F-871A5CEC706F}" dt="2022-10-07T13:15:10.359" v="140" actId="6014"/>
          <pc:sldLayoutMkLst>
            <pc:docMk/>
            <pc:sldMasterMk cId="578506015" sldId="2147483648"/>
            <pc:sldLayoutMk cId="2440160323" sldId="2147483655"/>
          </pc:sldLayoutMkLst>
          <pc:spChg chg="add mod">
            <ac:chgData name="Абрамова Надежда Робертовна" userId="98be7548-a651-4b95-923b-e1e51aa70311" providerId="ADAL" clId="{3A7A0262-F72D-CF40-8B9F-871A5CEC706F}" dt="2022-10-07T12:41:56.220" v="28"/>
            <ac:spMkLst>
              <pc:docMk/>
              <pc:sldMasterMk cId="578506015" sldId="2147483648"/>
              <pc:sldLayoutMk cId="2440160323" sldId="2147483655"/>
              <ac:spMk id="2" creationId="{79175F3C-D697-F284-CCA4-949DC9DC4EE5}"/>
            </ac:spMkLst>
          </pc:spChg>
          <pc:spChg chg="del">
            <ac:chgData name="Абрамова Надежда Робертовна" userId="98be7548-a651-4b95-923b-e1e51aa70311" providerId="ADAL" clId="{3A7A0262-F72D-CF40-8B9F-871A5CEC706F}" dt="2022-10-07T12:41:55.825" v="27" actId="478"/>
            <ac:spMkLst>
              <pc:docMk/>
              <pc:sldMasterMk cId="578506015" sldId="2147483648"/>
              <pc:sldLayoutMk cId="2440160323" sldId="2147483655"/>
              <ac:spMk id="9" creationId="{764502F5-56EE-354B-A3B1-E79F8B005172}"/>
            </ac:spMkLst>
          </pc:spChg>
          <pc:spChg chg="mod">
            <ac:chgData name="Абрамова Надежда Робертовна" userId="98be7548-a651-4b95-923b-e1e51aa70311" providerId="ADAL" clId="{3A7A0262-F72D-CF40-8B9F-871A5CEC706F}" dt="2022-10-07T12:45:18.734" v="61" actId="14100"/>
            <ac:spMkLst>
              <pc:docMk/>
              <pc:sldMasterMk cId="578506015" sldId="2147483648"/>
              <pc:sldLayoutMk cId="2440160323" sldId="2147483655"/>
              <ac:spMk id="16" creationId="{252B365F-6D89-0045-99CC-0F0D3EF2DA0F}"/>
            </ac:spMkLst>
          </pc:spChg>
          <pc:spChg chg="del">
            <ac:chgData name="Абрамова Надежда Робертовна" userId="98be7548-a651-4b95-923b-e1e51aa70311" providerId="ADAL" clId="{3A7A0262-F72D-CF40-8B9F-871A5CEC706F}" dt="2022-10-07T12:45:14.031" v="60" actId="478"/>
            <ac:spMkLst>
              <pc:docMk/>
              <pc:sldMasterMk cId="578506015" sldId="2147483648"/>
              <pc:sldLayoutMk cId="2440160323" sldId="2147483655"/>
              <ac:spMk id="18" creationId="{C9CC4AE0-EDCC-9A4F-97C4-4CAFF1F1EBCF}"/>
            </ac:spMkLst>
          </pc:spChg>
          <pc:spChg chg="del">
            <ac:chgData name="Абрамова Надежда Робертовна" userId="98be7548-a651-4b95-923b-e1e51aa70311" providerId="ADAL" clId="{3A7A0262-F72D-CF40-8B9F-871A5CEC706F}" dt="2022-10-07T12:45:14.031" v="60" actId="478"/>
            <ac:spMkLst>
              <pc:docMk/>
              <pc:sldMasterMk cId="578506015" sldId="2147483648"/>
              <pc:sldLayoutMk cId="2440160323" sldId="2147483655"/>
              <ac:spMk id="20" creationId="{185F6674-A1EC-1846-AEB5-DA4959807147}"/>
            </ac:spMkLst>
          </pc:spChg>
        </pc:sldLayoutChg>
        <pc:sldLayoutChg chg="addSp delSp modSp mod">
          <pc:chgData name="Абрамова Надежда Робертовна" userId="98be7548-a651-4b95-923b-e1e51aa70311" providerId="ADAL" clId="{3A7A0262-F72D-CF40-8B9F-871A5CEC706F}" dt="2022-10-07T13:15:17.500" v="141" actId="6014"/>
          <pc:sldLayoutMkLst>
            <pc:docMk/>
            <pc:sldMasterMk cId="578506015" sldId="2147483648"/>
            <pc:sldLayoutMk cId="323677154" sldId="2147483656"/>
          </pc:sldLayoutMkLst>
          <pc:spChg chg="add mod">
            <ac:chgData name="Абрамова Надежда Робертовна" userId="98be7548-a651-4b95-923b-e1e51aa70311" providerId="ADAL" clId="{3A7A0262-F72D-CF40-8B9F-871A5CEC706F}" dt="2022-10-07T12:42:01.311" v="30"/>
            <ac:spMkLst>
              <pc:docMk/>
              <pc:sldMasterMk cId="578506015" sldId="2147483648"/>
              <pc:sldLayoutMk cId="323677154" sldId="2147483656"/>
              <ac:spMk id="2" creationId="{6E5BA2AA-1728-31CB-C0F3-2AFE560EE042}"/>
            </ac:spMkLst>
          </pc:spChg>
          <pc:spChg chg="del">
            <ac:chgData name="Абрамова Надежда Робертовна" userId="98be7548-a651-4b95-923b-e1e51aa70311" providerId="ADAL" clId="{3A7A0262-F72D-CF40-8B9F-871A5CEC706F}" dt="2022-10-07T12:42:00.899" v="29" actId="478"/>
            <ac:spMkLst>
              <pc:docMk/>
              <pc:sldMasterMk cId="578506015" sldId="2147483648"/>
              <pc:sldLayoutMk cId="323677154" sldId="2147483656"/>
              <ac:spMk id="12" creationId="{F33F65D6-1072-F140-B6A5-758D7B595A92}"/>
            </ac:spMkLst>
          </pc:spChg>
          <pc:spChg chg="mod">
            <ac:chgData name="Абрамова Надежда Робертовна" userId="98be7548-a651-4b95-923b-e1e51aa70311" providerId="ADAL" clId="{3A7A0262-F72D-CF40-8B9F-871A5CEC706F}" dt="2022-10-07T12:45:44.665" v="66" actId="14100"/>
            <ac:spMkLst>
              <pc:docMk/>
              <pc:sldMasterMk cId="578506015" sldId="2147483648"/>
              <pc:sldLayoutMk cId="323677154" sldId="2147483656"/>
              <ac:spMk id="16" creationId="{6809E15B-CD0E-2F47-B500-B457A9CCBB37}"/>
            </ac:spMkLst>
          </pc:spChg>
          <pc:spChg chg="mod">
            <ac:chgData name="Абрамова Надежда Робертовна" userId="98be7548-a651-4b95-923b-e1e51aa70311" providerId="ADAL" clId="{3A7A0262-F72D-CF40-8B9F-871A5CEC706F}" dt="2022-10-07T13:00:18.890" v="82" actId="16037"/>
            <ac:spMkLst>
              <pc:docMk/>
              <pc:sldMasterMk cId="578506015" sldId="2147483648"/>
              <pc:sldLayoutMk cId="323677154" sldId="2147483656"/>
              <ac:spMk id="20" creationId="{DD467C42-8209-B740-8419-DBB6A6F7D5EE}"/>
            </ac:spMkLst>
          </pc:spChg>
          <pc:spChg chg="del">
            <ac:chgData name="Абрамова Надежда Робертовна" userId="98be7548-a651-4b95-923b-e1e51aa70311" providerId="ADAL" clId="{3A7A0262-F72D-CF40-8B9F-871A5CEC706F}" dt="2022-10-07T12:45:35.057" v="63" actId="478"/>
            <ac:spMkLst>
              <pc:docMk/>
              <pc:sldMasterMk cId="578506015" sldId="2147483648"/>
              <pc:sldLayoutMk cId="323677154" sldId="2147483656"/>
              <ac:spMk id="22" creationId="{7E0B9771-35DC-D24C-B598-648DE6F8DE64}"/>
            </ac:spMkLst>
          </pc:spChg>
          <pc:spChg chg="del">
            <ac:chgData name="Абрамова Надежда Робертовна" userId="98be7548-a651-4b95-923b-e1e51aa70311" providerId="ADAL" clId="{3A7A0262-F72D-CF40-8B9F-871A5CEC706F}" dt="2022-10-07T12:45:35.057" v="63" actId="478"/>
            <ac:spMkLst>
              <pc:docMk/>
              <pc:sldMasterMk cId="578506015" sldId="2147483648"/>
              <pc:sldLayoutMk cId="323677154" sldId="2147483656"/>
              <ac:spMk id="23" creationId="{5B1ACD18-BD14-2B4B-BA0A-46A5167E2C75}"/>
            </ac:spMkLst>
          </pc:spChg>
        </pc:sldLayoutChg>
        <pc:sldLayoutChg chg="addSp delSp modSp mod">
          <pc:chgData name="Абрамова Надежда Робертовна" userId="98be7548-a651-4b95-923b-e1e51aa70311" providerId="ADAL" clId="{3A7A0262-F72D-CF40-8B9F-871A5CEC706F}" dt="2022-10-07T13:16:27.208" v="148" actId="6014"/>
          <pc:sldLayoutMkLst>
            <pc:docMk/>
            <pc:sldMasterMk cId="578506015" sldId="2147483648"/>
            <pc:sldLayoutMk cId="319520987" sldId="2147483657"/>
          </pc:sldLayoutMkLst>
          <pc:spChg chg="add mod">
            <ac:chgData name="Абрамова Надежда Робертовна" userId="98be7548-a651-4b95-923b-e1e51aa70311" providerId="ADAL" clId="{3A7A0262-F72D-CF40-8B9F-871A5CEC706F}" dt="2022-10-07T12:42:11.425" v="34"/>
            <ac:spMkLst>
              <pc:docMk/>
              <pc:sldMasterMk cId="578506015" sldId="2147483648"/>
              <pc:sldLayoutMk cId="319520987" sldId="2147483657"/>
              <ac:spMk id="2" creationId="{E96B08B3-6777-47E7-1006-BC9A7F8847C5}"/>
            </ac:spMkLst>
          </pc:spChg>
          <pc:spChg chg="del">
            <ac:chgData name="Абрамова Надежда Робертовна" userId="98be7548-a651-4b95-923b-e1e51aa70311" providerId="ADAL" clId="{3A7A0262-F72D-CF40-8B9F-871A5CEC706F}" dt="2022-10-07T12:42:11.069" v="33" actId="478"/>
            <ac:spMkLst>
              <pc:docMk/>
              <pc:sldMasterMk cId="578506015" sldId="2147483648"/>
              <pc:sldLayoutMk cId="319520987" sldId="2147483657"/>
              <ac:spMk id="12" creationId="{C62171D1-2A5B-7A4A-9760-17CCE51B9802}"/>
            </ac:spMkLst>
          </pc:spChg>
          <pc:spChg chg="mod">
            <ac:chgData name="Абрамова Надежда Робертовна" userId="98be7548-a651-4b95-923b-e1e51aa70311" providerId="ADAL" clId="{3A7A0262-F72D-CF40-8B9F-871A5CEC706F}" dt="2022-10-07T12:46:08.066" v="74" actId="14100"/>
            <ac:spMkLst>
              <pc:docMk/>
              <pc:sldMasterMk cId="578506015" sldId="2147483648"/>
              <pc:sldLayoutMk cId="319520987" sldId="2147483657"/>
              <ac:spMk id="20" creationId="{C0A1CB46-D6D6-5E48-B4F7-CCED4525C46F}"/>
            </ac:spMkLst>
          </pc:spChg>
          <pc:spChg chg="del">
            <ac:chgData name="Абрамова Надежда Робертовна" userId="98be7548-a651-4b95-923b-e1e51aa70311" providerId="ADAL" clId="{3A7A0262-F72D-CF40-8B9F-871A5CEC706F}" dt="2022-10-07T12:45:59.504" v="70" actId="478"/>
            <ac:spMkLst>
              <pc:docMk/>
              <pc:sldMasterMk cId="578506015" sldId="2147483648"/>
              <pc:sldLayoutMk cId="319520987" sldId="2147483657"/>
              <ac:spMk id="21" creationId="{25D35A19-1AA8-204A-BFCA-83B65D59CFF4}"/>
            </ac:spMkLst>
          </pc:spChg>
          <pc:spChg chg="del">
            <ac:chgData name="Абрамова Надежда Робертовна" userId="98be7548-a651-4b95-923b-e1e51aa70311" providerId="ADAL" clId="{3A7A0262-F72D-CF40-8B9F-871A5CEC706F}" dt="2022-10-07T12:45:59.504" v="70" actId="478"/>
            <ac:spMkLst>
              <pc:docMk/>
              <pc:sldMasterMk cId="578506015" sldId="2147483648"/>
              <pc:sldLayoutMk cId="319520987" sldId="2147483657"/>
              <ac:spMk id="22" creationId="{3557077C-F503-0B4A-82A2-54D21547E589}"/>
            </ac:spMkLst>
          </pc:spChg>
          <pc:picChg chg="add del mod">
            <ac:chgData name="Абрамова Надежда Робертовна" userId="98be7548-a651-4b95-923b-e1e51aa70311" providerId="ADAL" clId="{3A7A0262-F72D-CF40-8B9F-871A5CEC706F}" dt="2022-10-07T12:46:57.486" v="76" actId="478"/>
            <ac:picMkLst>
              <pc:docMk/>
              <pc:sldMasterMk cId="578506015" sldId="2147483648"/>
              <pc:sldLayoutMk cId="319520987" sldId="2147483657"/>
              <ac:picMk id="3" creationId="{E5FEA333-66B4-B24A-C3F9-799CADFE8ED3}"/>
            </ac:picMkLst>
          </pc:picChg>
        </pc:sldLayoutChg>
        <pc:sldLayoutChg chg="addSp delSp modSp mod">
          <pc:chgData name="Абрамова Надежда Робертовна" userId="98be7548-a651-4b95-923b-e1e51aa70311" providerId="ADAL" clId="{3A7A0262-F72D-CF40-8B9F-871A5CEC706F}" dt="2022-10-10T12:47:19.452" v="153" actId="478"/>
          <pc:sldLayoutMkLst>
            <pc:docMk/>
            <pc:sldMasterMk cId="578506015" sldId="2147483648"/>
            <pc:sldLayoutMk cId="3867054648" sldId="2147483658"/>
          </pc:sldLayoutMkLst>
          <pc:spChg chg="add mod">
            <ac:chgData name="Абрамова Надежда Робертовна" userId="98be7548-a651-4b95-923b-e1e51aa70311" providerId="ADAL" clId="{3A7A0262-F72D-CF40-8B9F-871A5CEC706F}" dt="2022-10-07T12:42:06.003" v="32"/>
            <ac:spMkLst>
              <pc:docMk/>
              <pc:sldMasterMk cId="578506015" sldId="2147483648"/>
              <pc:sldLayoutMk cId="3867054648" sldId="2147483658"/>
              <ac:spMk id="2" creationId="{3248AC60-C055-4FC2-9350-970DB9C40049}"/>
            </ac:spMkLst>
          </pc:spChg>
          <pc:spChg chg="add del mod">
            <ac:chgData name="Абрамова Надежда Робертовна" userId="98be7548-a651-4b95-923b-e1e51aa70311" providerId="ADAL" clId="{3A7A0262-F72D-CF40-8B9F-871A5CEC706F}" dt="2022-10-10T12:47:19.452" v="153" actId="478"/>
            <ac:spMkLst>
              <pc:docMk/>
              <pc:sldMasterMk cId="578506015" sldId="2147483648"/>
              <pc:sldLayoutMk cId="3867054648" sldId="2147483658"/>
              <ac:spMk id="3" creationId="{2842F90F-8FEE-3157-5F8C-2879CE99C6A0}"/>
            </ac:spMkLst>
          </pc:spChg>
          <pc:spChg chg="del">
            <ac:chgData name="Абрамова Надежда Робертовна" userId="98be7548-a651-4b95-923b-e1e51aa70311" providerId="ADAL" clId="{3A7A0262-F72D-CF40-8B9F-871A5CEC706F}" dt="2022-10-07T12:42:05.613" v="31" actId="478"/>
            <ac:spMkLst>
              <pc:docMk/>
              <pc:sldMasterMk cId="578506015" sldId="2147483648"/>
              <pc:sldLayoutMk cId="3867054648" sldId="2147483658"/>
              <ac:spMk id="11" creationId="{3A39D099-B515-F343-BF7A-A95468DA3860}"/>
            </ac:spMkLst>
          </pc:spChg>
          <pc:spChg chg="mod">
            <ac:chgData name="Абрамова Надежда Робертовна" userId="98be7548-a651-4b95-923b-e1e51aa70311" providerId="ADAL" clId="{3A7A0262-F72D-CF40-8B9F-871A5CEC706F}" dt="2022-10-07T13:15:51.930" v="143" actId="20577"/>
            <ac:spMkLst>
              <pc:docMk/>
              <pc:sldMasterMk cId="578506015" sldId="2147483648"/>
              <pc:sldLayoutMk cId="3867054648" sldId="2147483658"/>
              <ac:spMk id="19" creationId="{1C20890C-BC1C-0745-9AF3-46700BA27C4A}"/>
            </ac:spMkLst>
          </pc:spChg>
          <pc:spChg chg="mod">
            <ac:chgData name="Абрамова Надежда Робертовна" userId="98be7548-a651-4b95-923b-e1e51aa70311" providerId="ADAL" clId="{3A7A0262-F72D-CF40-8B9F-871A5CEC706F}" dt="2022-10-07T13:16:02.359" v="146" actId="20577"/>
            <ac:spMkLst>
              <pc:docMk/>
              <pc:sldMasterMk cId="578506015" sldId="2147483648"/>
              <pc:sldLayoutMk cId="3867054648" sldId="2147483658"/>
              <ac:spMk id="20" creationId="{CA2589F7-4500-024F-8E07-D726629A599C}"/>
            </ac:spMkLst>
          </pc:spChg>
          <pc:spChg chg="mod">
            <ac:chgData name="Абрамова Надежда Робертовна" userId="98be7548-a651-4b95-923b-e1e51aa70311" providerId="ADAL" clId="{3A7A0262-F72D-CF40-8B9F-871A5CEC706F}" dt="2022-10-07T12:45:56.163" v="69" actId="14100"/>
            <ac:spMkLst>
              <pc:docMk/>
              <pc:sldMasterMk cId="578506015" sldId="2147483648"/>
              <pc:sldLayoutMk cId="3867054648" sldId="2147483658"/>
              <ac:spMk id="41" creationId="{800F6957-CEFF-924E-B258-5B51A5196DEB}"/>
            </ac:spMkLst>
          </pc:spChg>
          <pc:spChg chg="del">
            <ac:chgData name="Абрамова Надежда Робертовна" userId="98be7548-a651-4b95-923b-e1e51aa70311" providerId="ADAL" clId="{3A7A0262-F72D-CF40-8B9F-871A5CEC706F}" dt="2022-10-07T12:45:50.313" v="67" actId="478"/>
            <ac:spMkLst>
              <pc:docMk/>
              <pc:sldMasterMk cId="578506015" sldId="2147483648"/>
              <pc:sldLayoutMk cId="3867054648" sldId="2147483658"/>
              <ac:spMk id="42" creationId="{8FD4982C-EBD6-6D4D-A16B-212CB048938C}"/>
            </ac:spMkLst>
          </pc:spChg>
          <pc:spChg chg="del">
            <ac:chgData name="Абрамова Надежда Робертовна" userId="98be7548-a651-4b95-923b-e1e51aa70311" providerId="ADAL" clId="{3A7A0262-F72D-CF40-8B9F-871A5CEC706F}" dt="2022-10-07T12:45:50.313" v="67" actId="478"/>
            <ac:spMkLst>
              <pc:docMk/>
              <pc:sldMasterMk cId="578506015" sldId="2147483648"/>
              <pc:sldLayoutMk cId="3867054648" sldId="2147483658"/>
              <ac:spMk id="43" creationId="{733D5CDE-163B-C148-A20F-A808E0652336}"/>
            </ac:spMkLst>
          </pc:spChg>
        </pc:sldLayoutChg>
        <pc:sldLayoutChg chg="addSp delSp modSp mod">
          <pc:chgData name="Абрамова Надежда Робертовна" userId="98be7548-a651-4b95-923b-e1e51aa70311" providerId="ADAL" clId="{3A7A0262-F72D-CF40-8B9F-871A5CEC706F}" dt="2022-10-19T15:41:34.952" v="194" actId="478"/>
          <pc:sldLayoutMkLst>
            <pc:docMk/>
            <pc:sldMasterMk cId="578506015" sldId="2147483648"/>
            <pc:sldLayoutMk cId="1387064287" sldId="2147483659"/>
          </pc:sldLayoutMkLst>
          <pc:picChg chg="add del mod">
            <ac:chgData name="Абрамова Надежда Робертовна" userId="98be7548-a651-4b95-923b-e1e51aa70311" providerId="ADAL" clId="{3A7A0262-F72D-CF40-8B9F-871A5CEC706F}" dt="2022-10-19T15:41:34.952" v="194" actId="478"/>
            <ac:picMkLst>
              <pc:docMk/>
              <pc:sldMasterMk cId="578506015" sldId="2147483648"/>
              <pc:sldLayoutMk cId="1387064287" sldId="2147483659"/>
              <ac:picMk id="2" creationId="{BC627939-CFCA-858B-F8D2-BC39B5C1C52E}"/>
            </ac:picMkLst>
          </pc:picChg>
          <pc:picChg chg="add mod">
            <ac:chgData name="Абрамова Надежда Робертовна" userId="98be7548-a651-4b95-923b-e1e51aa70311" providerId="ADAL" clId="{3A7A0262-F72D-CF40-8B9F-871A5CEC706F}" dt="2022-10-07T13:32:59.203" v="151" actId="14826"/>
            <ac:picMkLst>
              <pc:docMk/>
              <pc:sldMasterMk cId="578506015" sldId="2147483648"/>
              <pc:sldLayoutMk cId="1387064287" sldId="2147483659"/>
              <ac:picMk id="4" creationId="{2FF90A89-AE54-2663-0379-23A682FEA283}"/>
            </ac:picMkLst>
          </pc:picChg>
        </pc:sldLayoutChg>
        <pc:sldLayoutChg chg="modSp mod">
          <pc:chgData name="Абрамова Надежда Робертовна" userId="98be7548-a651-4b95-923b-e1e51aa70311" providerId="ADAL" clId="{3A7A0262-F72D-CF40-8B9F-871A5CEC706F}" dt="2022-10-07T13:13:46.712" v="134" actId="6014"/>
          <pc:sldLayoutMkLst>
            <pc:docMk/>
            <pc:sldMasterMk cId="578506015" sldId="2147483648"/>
            <pc:sldLayoutMk cId="1341287480" sldId="2147483660"/>
          </pc:sldLayoutMkLst>
          <pc:spChg chg="mod">
            <ac:chgData name="Абрамова Надежда Робертовна" userId="98be7548-a651-4b95-923b-e1e51aa70311" providerId="ADAL" clId="{3A7A0262-F72D-CF40-8B9F-871A5CEC706F}" dt="2022-10-07T12:41:21.974" v="16" actId="1036"/>
            <ac:spMkLst>
              <pc:docMk/>
              <pc:sldMasterMk cId="578506015" sldId="2147483648"/>
              <pc:sldLayoutMk cId="1341287480" sldId="2147483660"/>
              <ac:spMk id="17" creationId="{24D3A12E-0E10-C441-81D2-C3C1EB6A0537}"/>
            </ac:spMkLst>
          </pc:spChg>
          <pc:spChg chg="mod">
            <ac:chgData name="Абрамова Надежда Робертовна" userId="98be7548-a651-4b95-923b-e1e51aa70311" providerId="ADAL" clId="{3A7A0262-F72D-CF40-8B9F-871A5CEC706F}" dt="2022-10-07T12:44:33.981" v="52" actId="14100"/>
            <ac:spMkLst>
              <pc:docMk/>
              <pc:sldMasterMk cId="578506015" sldId="2147483648"/>
              <pc:sldLayoutMk cId="1341287480" sldId="2147483660"/>
              <ac:spMk id="38" creationId="{7FB4A275-856E-364D-8AA4-2071AADC6AAA}"/>
            </ac:spMkLst>
          </pc:spChg>
        </pc:sldLayoutChg>
        <pc:sldLayoutChg chg="addSp delSp modSp mod">
          <pc:chgData name="Абрамова Надежда Робертовна" userId="98be7548-a651-4b95-923b-e1e51aa70311" providerId="ADAL" clId="{3A7A0262-F72D-CF40-8B9F-871A5CEC706F}" dt="2022-10-07T13:13:54.520" v="135" actId="6014"/>
          <pc:sldLayoutMkLst>
            <pc:docMk/>
            <pc:sldMasterMk cId="578506015" sldId="2147483648"/>
            <pc:sldLayoutMk cId="3527183405" sldId="2147483661"/>
          </pc:sldLayoutMkLst>
          <pc:spChg chg="add mod">
            <ac:chgData name="Абрамова Надежда Робертовна" userId="98be7548-a651-4b95-923b-e1e51aa70311" providerId="ADAL" clId="{3A7A0262-F72D-CF40-8B9F-871A5CEC706F}" dt="2022-10-07T12:41:32.237" v="18"/>
            <ac:spMkLst>
              <pc:docMk/>
              <pc:sldMasterMk cId="578506015" sldId="2147483648"/>
              <pc:sldLayoutMk cId="3527183405" sldId="2147483661"/>
              <ac:spMk id="2" creationId="{6173299C-58DF-E6BF-78E7-242FB7710AFB}"/>
            </ac:spMkLst>
          </pc:spChg>
          <pc:spChg chg="del">
            <ac:chgData name="Абрамова Надежда Робертовна" userId="98be7548-a651-4b95-923b-e1e51aa70311" providerId="ADAL" clId="{3A7A0262-F72D-CF40-8B9F-871A5CEC706F}" dt="2022-10-07T12:41:31.731" v="17" actId="478"/>
            <ac:spMkLst>
              <pc:docMk/>
              <pc:sldMasterMk cId="578506015" sldId="2147483648"/>
              <pc:sldLayoutMk cId="3527183405" sldId="2147483661"/>
              <ac:spMk id="11" creationId="{55E88681-53A8-3B45-B80A-372EDFB53883}"/>
            </ac:spMkLst>
          </pc:spChg>
          <pc:spChg chg="mod">
            <ac:chgData name="Абрамова Надежда Робертовна" userId="98be7548-a651-4b95-923b-e1e51aa70311" providerId="ADAL" clId="{3A7A0262-F72D-CF40-8B9F-871A5CEC706F}" dt="2022-10-07T13:05:04.774" v="95" actId="20577"/>
            <ac:spMkLst>
              <pc:docMk/>
              <pc:sldMasterMk cId="578506015" sldId="2147483648"/>
              <pc:sldLayoutMk cId="3527183405" sldId="2147483661"/>
              <ac:spMk id="17" creationId="{66FAD63B-F743-0F47-BBE3-D7731766705A}"/>
            </ac:spMkLst>
          </pc:spChg>
          <pc:spChg chg="mod">
            <ac:chgData name="Абрамова Надежда Робертовна" userId="98be7548-a651-4b95-923b-e1e51aa70311" providerId="ADAL" clId="{3A7A0262-F72D-CF40-8B9F-871A5CEC706F}" dt="2022-10-07T12:44:26.423" v="51" actId="14100"/>
            <ac:spMkLst>
              <pc:docMk/>
              <pc:sldMasterMk cId="578506015" sldId="2147483648"/>
              <pc:sldLayoutMk cId="3527183405" sldId="2147483661"/>
              <ac:spMk id="21" creationId="{45421580-30B9-AE44-9576-3890C98F5E85}"/>
            </ac:spMkLst>
          </pc:spChg>
        </pc:sldLayoutChg>
        <pc:sldLayoutChg chg="modSp mod">
          <pc:chgData name="Абрамова Надежда Робертовна" userId="98be7548-a651-4b95-923b-e1e51aa70311" providerId="ADAL" clId="{3A7A0262-F72D-CF40-8B9F-871A5CEC706F}" dt="2022-10-07T13:13:22.671" v="132" actId="6014"/>
          <pc:sldLayoutMkLst>
            <pc:docMk/>
            <pc:sldMasterMk cId="578506015" sldId="2147483648"/>
            <pc:sldLayoutMk cId="138171792" sldId="2147483662"/>
          </pc:sldLayoutMkLst>
          <pc:picChg chg="mod">
            <ac:chgData name="Абрамова Надежда Робертовна" userId="98be7548-a651-4b95-923b-e1e51aa70311" providerId="ADAL" clId="{3A7A0262-F72D-CF40-8B9F-871A5CEC706F}" dt="2022-10-07T12:38:32.446" v="1" actId="14826"/>
            <ac:picMkLst>
              <pc:docMk/>
              <pc:sldMasterMk cId="578506015" sldId="2147483648"/>
              <pc:sldLayoutMk cId="138171792" sldId="2147483662"/>
              <ac:picMk id="7" creationId="{BA292C80-0DA8-194A-9A66-279048FA2A54}"/>
            </ac:picMkLst>
          </pc:picChg>
        </pc:sldLayoutChg>
        <pc:sldLayoutChg chg="addSp delSp modSp add mod modTransition setBg">
          <pc:chgData name="Абрамова Надежда Робертовна" userId="98be7548-a651-4b95-923b-e1e51aa70311" providerId="ADAL" clId="{3A7A0262-F72D-CF40-8B9F-871A5CEC706F}" dt="2022-10-19T15:41:31.083" v="193" actId="478"/>
          <pc:sldLayoutMkLst>
            <pc:docMk/>
            <pc:sldMasterMk cId="578506015" sldId="2147483648"/>
            <pc:sldLayoutMk cId="177576943" sldId="2147483663"/>
          </pc:sldLayoutMkLst>
          <pc:picChg chg="del">
            <ac:chgData name="Абрамова Надежда Робертовна" userId="98be7548-a651-4b95-923b-e1e51aa70311" providerId="ADAL" clId="{3A7A0262-F72D-CF40-8B9F-871A5CEC706F}" dt="2022-10-07T12:47:06.700" v="79" actId="478"/>
            <ac:picMkLst>
              <pc:docMk/>
              <pc:sldMasterMk cId="578506015" sldId="2147483648"/>
              <pc:sldLayoutMk cId="177576943" sldId="2147483663"/>
              <ac:picMk id="2" creationId="{BC627939-CFCA-858B-F8D2-BC39B5C1C52E}"/>
            </ac:picMkLst>
          </pc:picChg>
          <pc:picChg chg="add del mod">
            <ac:chgData name="Абрамова Надежда Робертовна" userId="98be7548-a651-4b95-923b-e1e51aa70311" providerId="ADAL" clId="{3A7A0262-F72D-CF40-8B9F-871A5CEC706F}" dt="2022-10-19T15:41:31.083" v="193" actId="478"/>
            <ac:picMkLst>
              <pc:docMk/>
              <pc:sldMasterMk cId="578506015" sldId="2147483648"/>
              <pc:sldLayoutMk cId="177576943" sldId="2147483663"/>
              <ac:picMk id="3" creationId="{A1B218A1-7386-AA31-49EB-CD1D8D56FE04}"/>
            </ac:picMkLst>
          </pc:picChg>
          <pc:picChg chg="add mod">
            <ac:chgData name="Абрамова Надежда Робертовна" userId="98be7548-a651-4b95-923b-e1e51aa70311" providerId="ADAL" clId="{3A7A0262-F72D-CF40-8B9F-871A5CEC706F}" dt="2022-10-07T13:32:38.060" v="150" actId="14826"/>
            <ac:picMkLst>
              <pc:docMk/>
              <pc:sldMasterMk cId="578506015" sldId="2147483648"/>
              <pc:sldLayoutMk cId="177576943" sldId="2147483663"/>
              <ac:picMk id="4" creationId="{5C6B7009-4F48-82D8-5D35-176EF384F0A2}"/>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05.06.2026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6C748903-8EB5-294E-A216-6B54B0368783}" type="slidenum">
              <a:rPr lang="en-RU" smtClean="0"/>
              <a:t>22</a:t>
            </a:fld>
            <a:endParaRPr lang="en-RU"/>
          </a:p>
        </p:txBody>
      </p:sp>
    </p:spTree>
    <p:extLst>
      <p:ext uri="{BB962C8B-B14F-4D97-AF65-F5344CB8AC3E}">
        <p14:creationId xmlns:p14="http://schemas.microsoft.com/office/powerpoint/2010/main" val="27268305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1">
    <p:bg>
      <p:bgPr>
        <a:blipFill dpi="0" rotWithShape="1">
          <a:blip r:embed="rId2">
            <a:grayscl/>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grayscl/>
          </a:blip>
          <a:srcRect/>
          <a:stretch/>
        </p:blipFill>
        <p:spPr>
          <a:xfrm>
            <a:off x="1013859" y="962173"/>
            <a:ext cx="886499" cy="886499"/>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1027967" y="6189042"/>
            <a:ext cx="2217738" cy="23004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 </a:t>
            </a: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13817179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chemeClr val="bg1"/>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solidFill>
                  <a:schemeClr val="bg1"/>
                </a:solidFill>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bg1"/>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1027967" y="6189042"/>
            <a:ext cx="2217738" cy="23004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bg1"/>
                </a:solidFill>
                <a:latin typeface="HSE Sans" panose="02000000000000000000" pitchFamily="2" charset="0"/>
              </a:defRPr>
            </a:lvl1pPr>
          </a:lstStyle>
          <a:p>
            <a:r>
              <a:rPr lang="en-US" sz="1200" dirty="0">
                <a:latin typeface="HSE Sans" panose="02000000000000000000" pitchFamily="2" charset="0"/>
              </a:rPr>
              <a:t>Moscow </a:t>
            </a: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chemeClr val="bg1"/>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_1">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7" name="TextBox 16">
            <a:extLst>
              <a:ext uri="{FF2B5EF4-FFF2-40B4-BE49-F238E27FC236}">
                <a16:creationId xmlns:a16="http://schemas.microsoft.com/office/drawing/2014/main" id="{24D3A12E-0E10-C441-81D2-C3C1EB6A0537}"/>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2B2B2B"/>
                </a:solidFill>
                <a:latin typeface="HSE Sans" panose="02000000000000000000" pitchFamily="2" charset="0"/>
              </a:rPr>
              <a:pPr algn="r"/>
              <a:t>‹#›</a:t>
            </a:fld>
            <a:endParaRPr lang="ru-RU" sz="2000" dirty="0">
              <a:solidFill>
                <a:srgbClr val="2B2B2B"/>
              </a:solidFill>
              <a:latin typeface="HSE Sans" panose="02000000000000000000" pitchFamily="2" charset="0"/>
            </a:endParaRPr>
          </a:p>
        </p:txBody>
      </p: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8" y="540904"/>
            <a:ext cx="217454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_2">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173299C-58DF-E6BF-78E7-242FB7710AFB}"/>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2B2B2B"/>
                </a:solidFill>
                <a:latin typeface="HSE Sans" panose="02000000000000000000" pitchFamily="2" charset="0"/>
              </a:rPr>
              <a:pPr algn="r"/>
              <a:t>‹#›</a:t>
            </a:fld>
            <a:endParaRPr lang="ru-RU" sz="2000" dirty="0">
              <a:solidFill>
                <a:srgbClr val="2B2B2B"/>
              </a:solidFill>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_3">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303076C2-6778-96FB-B780-FEF515930096}"/>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2B2B2B"/>
                </a:solidFill>
                <a:latin typeface="HSE Sans" panose="02000000000000000000" pitchFamily="2" charset="0"/>
              </a:rPr>
              <a:pPr algn="r"/>
              <a:t>‹#›</a:t>
            </a:fld>
            <a:endParaRPr lang="ru-RU" sz="2000" dirty="0">
              <a:solidFill>
                <a:srgbClr val="2B2B2B"/>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Сhart_1">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8" y="540904"/>
            <a:ext cx="217454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819F2188-296C-D6E4-A87F-7FEBCF5365B3}"/>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2B2B2B"/>
                </a:solidFill>
                <a:latin typeface="HSE Sans" panose="02000000000000000000" pitchFamily="2" charset="0"/>
              </a:rPr>
              <a:pPr algn="r"/>
              <a:t>‹#›</a:t>
            </a:fld>
            <a:endParaRPr lang="ru-RU" sz="2000" dirty="0">
              <a:solidFill>
                <a:srgbClr val="2B2B2B"/>
              </a:solidFill>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hart_2">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E1D1A8A-1BAA-23BE-0B81-61FD29BE0D3E}"/>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2B2B2B"/>
                </a:solidFill>
                <a:latin typeface="HSE Sans" panose="02000000000000000000" pitchFamily="2" charset="0"/>
              </a:rPr>
              <a:pPr algn="r"/>
              <a:t>‹#›</a:t>
            </a:fld>
            <a:endParaRPr lang="ru-RU" sz="2000" dirty="0">
              <a:solidFill>
                <a:srgbClr val="2B2B2B"/>
              </a:solidFill>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s">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2189530"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CD22D4E5-D665-1D46-C611-B5AA8153EF16}"/>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2B2B2B"/>
                </a:solidFill>
                <a:latin typeface="HSE Sans" panose="02000000000000000000" pitchFamily="2" charset="0"/>
              </a:rPr>
              <a:pPr algn="r"/>
              <a:t>‹#›</a:t>
            </a:fld>
            <a:endParaRPr lang="ru-RU" sz="2000" dirty="0">
              <a:solidFill>
                <a:srgbClr val="2B2B2B"/>
              </a:solidFill>
              <a:latin typeface="HSE Sans" panose="02000000000000000000" pitchFamily="2" charset="0"/>
            </a:endParaRPr>
          </a:p>
        </p:txBody>
      </p:sp>
    </p:spTree>
    <p:extLst>
      <p:ext uri="{BB962C8B-B14F-4D97-AF65-F5344CB8AC3E}">
        <p14:creationId xmlns:p14="http://schemas.microsoft.com/office/powerpoint/2010/main" val="205705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79175F3C-D697-F284-CCA4-949DC9DC4EE5}"/>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440160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_2">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p>
          <a:p>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E5BA2AA-1728-31CB-C0F3-2AFE560EE042}"/>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ors">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colors: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colors; you may correctly ask what colors can be used and where to find them. We advise using HSE University’s official color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3248AC60-C055-4FC2-9350-970DB9C40049}"/>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867054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ean">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2">
            <a:grayscl/>
          </a:blip>
          <a:stretch>
            <a:fillRect/>
          </a:stretch>
        </p:blipFill>
        <p:spPr>
          <a:xfrm>
            <a:off x="517199" y="464363"/>
            <a:ext cx="448276" cy="448276"/>
          </a:xfrm>
          <a:prstGeom prst="rect">
            <a:avLst/>
          </a:prstGeom>
        </p:spPr>
      </p:pic>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p>
        </p:txBody>
      </p:sp>
      <p:sp>
        <p:nvSpPr>
          <p:cNvPr id="2" name="TextBox 1">
            <a:extLst>
              <a:ext uri="{FF2B5EF4-FFF2-40B4-BE49-F238E27FC236}">
                <a16:creationId xmlns:a16="http://schemas.microsoft.com/office/drawing/2014/main" id="{E96B08B3-6777-47E7-1006-BC9A7F8847C5}"/>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nal_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F90A89-AE54-2663-0379-23A682FEA283}"/>
              </a:ext>
            </a:extLst>
          </p:cNvPr>
          <p:cNvPicPr>
            <a:picLocks noChangeAspect="1"/>
          </p:cNvPicPr>
          <p:nvPr userDrawn="1"/>
        </p:nvPicPr>
        <p:blipFill>
          <a:blip r:embed="rId2"/>
          <a:srcRect/>
          <a:stretch/>
        </p:blipFill>
        <p:spPr>
          <a:xfrm>
            <a:off x="5196000" y="2529000"/>
            <a:ext cx="1800000" cy="1800000"/>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nal_2">
    <p:bg>
      <p:bgPr>
        <a:solidFill>
          <a:srgbClr val="0E2D69"/>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6B7009-4F48-82D8-5D35-176EF384F0A2}"/>
              </a:ext>
            </a:extLst>
          </p:cNvPr>
          <p:cNvPicPr>
            <a:picLocks noChangeAspect="1"/>
          </p:cNvPicPr>
          <p:nvPr userDrawn="1"/>
        </p:nvPicPr>
        <p:blipFill>
          <a:blip r:embed="rId2"/>
          <a:srcRect/>
          <a:stretch/>
        </p:blipFill>
        <p:spPr>
          <a:xfrm>
            <a:off x="5196000" y="2529000"/>
            <a:ext cx="1800000" cy="1800000"/>
          </a:xfrm>
          <a:prstGeom prst="rect">
            <a:avLst/>
          </a:prstGeom>
        </p:spPr>
      </p:pic>
    </p:spTree>
    <p:extLst>
      <p:ext uri="{BB962C8B-B14F-4D97-AF65-F5344CB8AC3E}">
        <p14:creationId xmlns:p14="http://schemas.microsoft.com/office/powerpoint/2010/main" val="17757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60" r:id="rId3"/>
    <p:sldLayoutId id="2147483661" r:id="rId4"/>
    <p:sldLayoutId id="2147483650" r:id="rId5"/>
    <p:sldLayoutId id="2147483651" r:id="rId6"/>
    <p:sldLayoutId id="2147483652" r:id="rId7"/>
    <p:sldLayoutId id="2147483654" r:id="rId8"/>
    <p:sldLayoutId id="2147483655" r:id="rId9"/>
    <p:sldLayoutId id="2147483656" r:id="rId10"/>
    <p:sldLayoutId id="2147483658" r:id="rId11"/>
    <p:sldLayoutId id="2147483657" r:id="rId12"/>
    <p:sldLayoutId id="2147483659"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3BDB4-931E-B0F2-985E-F8B6553CB0D6}"/>
              </a:ext>
            </a:extLst>
          </p:cNvPr>
          <p:cNvSpPr>
            <a:spLocks noGrp="1"/>
          </p:cNvSpPr>
          <p:nvPr>
            <p:ph type="title"/>
          </p:nvPr>
        </p:nvSpPr>
        <p:spPr/>
        <p:txBody>
          <a:bodyPr>
            <a:normAutofit fontScale="90000"/>
          </a:bodyPr>
          <a:lstStyle/>
          <a:p>
            <a:r>
              <a:rPr lang="en-GB" dirty="0">
                <a:solidFill>
                  <a:schemeClr val="tx2">
                    <a:lumMod val="50000"/>
                  </a:schemeClr>
                </a:solidFill>
              </a:rPr>
              <a:t>Machine Learning Methods in Network Attacks Detection</a:t>
            </a:r>
            <a:br>
              <a:rPr lang="en-GB" dirty="0">
                <a:solidFill>
                  <a:schemeClr val="tx2">
                    <a:lumMod val="50000"/>
                  </a:schemeClr>
                </a:solidFill>
              </a:rPr>
            </a:br>
            <a:br>
              <a:rPr lang="en-GB" dirty="0">
                <a:solidFill>
                  <a:schemeClr val="tx2">
                    <a:lumMod val="50000"/>
                  </a:schemeClr>
                </a:solidFill>
              </a:rPr>
            </a:br>
            <a:endParaRPr lang="en-RU" dirty="0">
              <a:solidFill>
                <a:schemeClr val="tx2">
                  <a:lumMod val="50000"/>
                </a:schemeClr>
              </a:solidFill>
            </a:endParaRPr>
          </a:p>
        </p:txBody>
      </p:sp>
      <p:sp>
        <p:nvSpPr>
          <p:cNvPr id="3" name="Text Placeholder 2">
            <a:extLst>
              <a:ext uri="{FF2B5EF4-FFF2-40B4-BE49-F238E27FC236}">
                <a16:creationId xmlns:a16="http://schemas.microsoft.com/office/drawing/2014/main" id="{D14A6CDB-0B01-326D-256C-EFA773C24117}"/>
              </a:ext>
            </a:extLst>
          </p:cNvPr>
          <p:cNvSpPr>
            <a:spLocks noGrp="1"/>
          </p:cNvSpPr>
          <p:nvPr>
            <p:ph type="body" sz="quarter" idx="10"/>
          </p:nvPr>
        </p:nvSpPr>
        <p:spPr/>
        <p:txBody>
          <a:bodyPr/>
          <a:lstStyle/>
          <a:p>
            <a:r>
              <a:rPr lang="en-GB" dirty="0">
                <a:solidFill>
                  <a:schemeClr val="tx2">
                    <a:lumMod val="50000"/>
                  </a:schemeClr>
                </a:solidFill>
              </a:rPr>
              <a:t>Faculty of Computer Science</a:t>
            </a:r>
          </a:p>
          <a:p>
            <a:endParaRPr lang="en-RU" dirty="0">
              <a:solidFill>
                <a:schemeClr val="tx2">
                  <a:lumMod val="50000"/>
                </a:schemeClr>
              </a:solidFill>
            </a:endParaRPr>
          </a:p>
        </p:txBody>
      </p:sp>
      <p:sp>
        <p:nvSpPr>
          <p:cNvPr id="4" name="Text Placeholder 3">
            <a:extLst>
              <a:ext uri="{FF2B5EF4-FFF2-40B4-BE49-F238E27FC236}">
                <a16:creationId xmlns:a16="http://schemas.microsoft.com/office/drawing/2014/main" id="{E14A580A-DF81-5EDE-9AA7-C8CDD2EF87A9}"/>
              </a:ext>
            </a:extLst>
          </p:cNvPr>
          <p:cNvSpPr>
            <a:spLocks noGrp="1"/>
          </p:cNvSpPr>
          <p:nvPr>
            <p:ph type="body" sz="quarter" idx="11"/>
          </p:nvPr>
        </p:nvSpPr>
        <p:spPr>
          <a:xfrm>
            <a:off x="6259420" y="1173829"/>
            <a:ext cx="4013584" cy="463186"/>
          </a:xfrm>
        </p:spPr>
        <p:txBody>
          <a:bodyPr/>
          <a:lstStyle/>
          <a:p>
            <a:r>
              <a:rPr lang="en-GB" dirty="0">
                <a:solidFill>
                  <a:schemeClr val="tx2">
                    <a:lumMod val="50000"/>
                  </a:schemeClr>
                </a:solidFill>
              </a:rPr>
              <a:t>Master's Program: Machine Learning and High-Load Systems</a:t>
            </a:r>
          </a:p>
          <a:p>
            <a:r>
              <a:rPr lang="en-GB" dirty="0">
                <a:solidFill>
                  <a:schemeClr val="tx2">
                    <a:lumMod val="50000"/>
                  </a:schemeClr>
                </a:solidFill>
              </a:rPr>
              <a:t>Danila Zhukov</a:t>
            </a:r>
            <a:endParaRPr lang="en-RU" dirty="0">
              <a:solidFill>
                <a:schemeClr val="tx2">
                  <a:lumMod val="50000"/>
                </a:schemeClr>
              </a:solidFill>
            </a:endParaRPr>
          </a:p>
        </p:txBody>
      </p:sp>
      <p:sp>
        <p:nvSpPr>
          <p:cNvPr id="5" name="Text Placeholder 4">
            <a:extLst>
              <a:ext uri="{FF2B5EF4-FFF2-40B4-BE49-F238E27FC236}">
                <a16:creationId xmlns:a16="http://schemas.microsoft.com/office/drawing/2014/main" id="{BE04BDAF-A093-8E9F-9710-0122D93B4307}"/>
              </a:ext>
            </a:extLst>
          </p:cNvPr>
          <p:cNvSpPr>
            <a:spLocks noGrp="1"/>
          </p:cNvSpPr>
          <p:nvPr>
            <p:ph type="body" idx="12"/>
          </p:nvPr>
        </p:nvSpPr>
        <p:spPr>
          <a:xfrm>
            <a:off x="1027967" y="6204540"/>
            <a:ext cx="2217738" cy="230046"/>
          </a:xfrm>
        </p:spPr>
        <p:txBody>
          <a:bodyPr/>
          <a:lstStyle/>
          <a:p>
            <a:r>
              <a:rPr lang="en-RU" dirty="0">
                <a:solidFill>
                  <a:schemeClr val="tx2">
                    <a:lumMod val="50000"/>
                  </a:schemeClr>
                </a:solidFill>
              </a:rPr>
              <a:t>Moscow 2026</a:t>
            </a:r>
          </a:p>
        </p:txBody>
      </p:sp>
      <p:sp>
        <p:nvSpPr>
          <p:cNvPr id="6" name="Text Placeholder 5">
            <a:extLst>
              <a:ext uri="{FF2B5EF4-FFF2-40B4-BE49-F238E27FC236}">
                <a16:creationId xmlns:a16="http://schemas.microsoft.com/office/drawing/2014/main" id="{D03A3391-2D84-E8D4-D4ED-43FA0FDA49E6}"/>
              </a:ext>
            </a:extLst>
          </p:cNvPr>
          <p:cNvSpPr>
            <a:spLocks noGrp="1"/>
          </p:cNvSpPr>
          <p:nvPr>
            <p:ph type="body" sz="quarter" idx="13"/>
          </p:nvPr>
        </p:nvSpPr>
        <p:spPr/>
        <p:txBody>
          <a:bodyPr/>
          <a:lstStyle/>
          <a:p>
            <a:r>
              <a:rPr lang="en-GB" dirty="0">
                <a:solidFill>
                  <a:schemeClr val="tx2">
                    <a:lumMod val="50000"/>
                  </a:schemeClr>
                </a:solidFill>
              </a:rPr>
              <a:t>Flow-level near real-time intrusion detection with hybrid ML + rule-based classification</a:t>
            </a:r>
          </a:p>
          <a:p>
            <a:endParaRPr lang="en-RU" dirty="0">
              <a:solidFill>
                <a:schemeClr val="tx2">
                  <a:lumMod val="50000"/>
                </a:schemeClr>
              </a:solidFill>
            </a:endParaRPr>
          </a:p>
        </p:txBody>
      </p:sp>
    </p:spTree>
    <p:extLst>
      <p:ext uri="{BB962C8B-B14F-4D97-AF65-F5344CB8AC3E}">
        <p14:creationId xmlns:p14="http://schemas.microsoft.com/office/powerpoint/2010/main" val="318550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5F50750-C019-1F81-278E-3D78C38322E2}"/>
              </a:ext>
            </a:extLst>
          </p:cNvPr>
          <p:cNvSpPr>
            <a:spLocks noGrp="1"/>
          </p:cNvSpPr>
          <p:nvPr>
            <p:ph type="body" sz="quarter" idx="18"/>
          </p:nvPr>
        </p:nvSpPr>
        <p:spPr>
          <a:xfrm>
            <a:off x="941443" y="1380931"/>
            <a:ext cx="8631765" cy="4422709"/>
          </a:xfrm>
        </p:spPr>
        <p:txBody>
          <a:bodyPr>
            <a:normAutofit fontScale="77500" lnSpcReduction="20000"/>
          </a:bodyPr>
          <a:lstStyle/>
          <a:p>
            <a:r>
              <a:rPr lang="en-GB" sz="4600" b="1" dirty="0">
                <a:solidFill>
                  <a:srgbClr val="2B2B2B"/>
                </a:solidFill>
              </a:rPr>
              <a:t>WHY</a:t>
            </a:r>
            <a:r>
              <a:rPr lang="ru-RU" sz="4600" b="1" dirty="0">
                <a:solidFill>
                  <a:srgbClr val="2B2B2B"/>
                </a:solidFill>
              </a:rPr>
              <a:t>?</a:t>
            </a:r>
            <a:br>
              <a:rPr lang="en-GB" dirty="0">
                <a:solidFill>
                  <a:srgbClr val="2B2B2B"/>
                </a:solidFill>
              </a:rPr>
            </a:br>
            <a:r>
              <a:rPr lang="en-RU" dirty="0">
                <a:solidFill>
                  <a:srgbClr val="2B2B2B"/>
                </a:solidFill>
              </a:rPr>
              <a:t>Network attacks happen in live traffic, so IDS models must work beyond offline benchmark scores.</a:t>
            </a:r>
          </a:p>
          <a:p>
            <a:br>
              <a:rPr lang="en-GB" dirty="0">
                <a:solidFill>
                  <a:srgbClr val="2B2B2B"/>
                </a:solidFill>
              </a:rPr>
            </a:br>
            <a:endParaRPr lang="en-GB" dirty="0">
              <a:solidFill>
                <a:srgbClr val="2B2B2B"/>
              </a:solidFill>
            </a:endParaRPr>
          </a:p>
          <a:p>
            <a:r>
              <a:rPr lang="en-US" sz="4600" b="1" dirty="0">
                <a:solidFill>
                  <a:srgbClr val="2B2B2B"/>
                </a:solidFill>
              </a:rPr>
              <a:t>GAP</a:t>
            </a:r>
            <a:br>
              <a:rPr lang="en-GB" dirty="0">
                <a:solidFill>
                  <a:srgbClr val="2B2B2B"/>
                </a:solidFill>
              </a:rPr>
            </a:br>
            <a:r>
              <a:rPr lang="en-RU" dirty="0">
                <a:solidFill>
                  <a:srgbClr val="2B2B2B"/>
                </a:solidFill>
              </a:rPr>
              <a:t>Many ML-based IDS studies stop at benchmark metrics and do not validate the path from raw traffic to live alerts.</a:t>
            </a:r>
          </a:p>
          <a:p>
            <a:br>
              <a:rPr lang="en-GB" dirty="0">
                <a:solidFill>
                  <a:srgbClr val="2B2B2B"/>
                </a:solidFill>
              </a:rPr>
            </a:br>
            <a:endParaRPr lang="en-GB" dirty="0">
              <a:solidFill>
                <a:srgbClr val="2B2B2B"/>
              </a:solidFill>
            </a:endParaRPr>
          </a:p>
          <a:p>
            <a:r>
              <a:rPr lang="en-GB" sz="4600" b="1" dirty="0">
                <a:solidFill>
                  <a:srgbClr val="2B2B2B"/>
                </a:solidFill>
              </a:rPr>
              <a:t>SOLUTION</a:t>
            </a:r>
            <a:br>
              <a:rPr lang="en-GB" dirty="0">
                <a:solidFill>
                  <a:srgbClr val="2B2B2B"/>
                </a:solidFill>
              </a:rPr>
            </a:br>
            <a:r>
              <a:rPr lang="en-RU" dirty="0">
                <a:solidFill>
                  <a:srgbClr val="2B2B2B"/>
                </a:solidFill>
              </a:rPr>
              <a:t>Build and evaluate a flow-level near real-time IDS.</a:t>
            </a:r>
          </a:p>
          <a:p>
            <a:r>
              <a:rPr lang="en-RU" sz="2000" dirty="0">
                <a:solidFill>
                  <a:srgbClr val="2B2B2B"/>
                </a:solidFill>
              </a:rPr>
              <a:t>Zeek → Kafka → Spark → temporal XGBoost + rules → alerts</a:t>
            </a:r>
            <a:r>
              <a:rPr lang="en-US" sz="2000" dirty="0">
                <a:solidFill>
                  <a:srgbClr val="2B2B2B"/>
                </a:solidFill>
              </a:rPr>
              <a:t>!</a:t>
            </a:r>
            <a:endParaRPr lang="en-RU" sz="2000" dirty="0">
              <a:solidFill>
                <a:srgbClr val="2B2B2B"/>
              </a:solidFill>
            </a:endParaRPr>
          </a:p>
          <a:p>
            <a:endParaRPr lang="en-RU" dirty="0">
              <a:solidFill>
                <a:srgbClr val="2B2B2B"/>
              </a:solidFill>
            </a:endParaRPr>
          </a:p>
          <a:p>
            <a:endParaRPr lang="en-GB" dirty="0">
              <a:solidFill>
                <a:srgbClr val="2B2B2B"/>
              </a:solidFill>
            </a:endParaRPr>
          </a:p>
          <a:p>
            <a:endParaRPr lang="en-RU" dirty="0">
              <a:solidFill>
                <a:srgbClr val="2B2B2B"/>
              </a:solidFill>
            </a:endParaRPr>
          </a:p>
        </p:txBody>
      </p:sp>
      <p:sp>
        <p:nvSpPr>
          <p:cNvPr id="7" name="Text Placeholder 5">
            <a:extLst>
              <a:ext uri="{FF2B5EF4-FFF2-40B4-BE49-F238E27FC236}">
                <a16:creationId xmlns:a16="http://schemas.microsoft.com/office/drawing/2014/main" id="{B20A127D-F0C8-4679-E2C1-5140687DAE2D}"/>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rgbClr val="2B2B2B"/>
                </a:solidFill>
              </a:rPr>
              <a:t>Machine Learning Methods in Network Attacks Detection</a:t>
            </a:r>
          </a:p>
          <a:p>
            <a:r>
              <a:rPr lang="en-GB">
                <a:solidFill>
                  <a:srgbClr val="2B2B2B"/>
                </a:solidFill>
              </a:rPr>
              <a:t>Danila Zhukov, Moscow 2026</a:t>
            </a:r>
            <a:endParaRPr lang="en-RU" dirty="0">
              <a:solidFill>
                <a:srgbClr val="2B2B2B"/>
              </a:solidFill>
            </a:endParaRPr>
          </a:p>
        </p:txBody>
      </p:sp>
      <p:pic>
        <p:nvPicPr>
          <p:cNvPr id="8" name="Picture 7" descr="Space Invaders Transparent Background PNG Image">
            <a:extLst>
              <a:ext uri="{FF2B5EF4-FFF2-40B4-BE49-F238E27FC236}">
                <a16:creationId xmlns:a16="http://schemas.microsoft.com/office/drawing/2014/main" id="{3638DCF6-AFBD-D250-1121-CEABFD34C83A}"/>
              </a:ext>
            </a:extLst>
          </p:cNvPr>
          <p:cNvPicPr>
            <a:picLocks noChangeAspect="1"/>
          </p:cNvPicPr>
          <p:nvPr/>
        </p:nvPicPr>
        <p:blipFill>
          <a:blip r:embed="rId2"/>
          <a:stretch>
            <a:fillRect/>
          </a:stretch>
        </p:blipFill>
        <p:spPr>
          <a:xfrm>
            <a:off x="9573208" y="4552173"/>
            <a:ext cx="1483567" cy="1483567"/>
          </a:xfrm>
          <a:prstGeom prst="rect">
            <a:avLst/>
          </a:prstGeom>
        </p:spPr>
      </p:pic>
    </p:spTree>
    <p:extLst>
      <p:ext uri="{BB962C8B-B14F-4D97-AF65-F5344CB8AC3E}">
        <p14:creationId xmlns:p14="http://schemas.microsoft.com/office/powerpoint/2010/main" val="4277152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DB2640-F3B4-0D64-B078-F134A269C1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A79F3BF-45D1-F3B4-7CA7-757850907C13}"/>
              </a:ext>
            </a:extLst>
          </p:cNvPr>
          <p:cNvSpPr>
            <a:spLocks noGrp="1"/>
          </p:cNvSpPr>
          <p:nvPr>
            <p:ph type="body" sz="quarter" idx="12"/>
          </p:nvPr>
        </p:nvSpPr>
        <p:spPr>
          <a:xfrm>
            <a:off x="556499" y="2078965"/>
            <a:ext cx="4322531" cy="3463419"/>
          </a:xfrm>
        </p:spPr>
        <p:txBody>
          <a:bodyPr>
            <a:normAutofit lnSpcReduction="10000"/>
          </a:bodyPr>
          <a:lstStyle/>
          <a:p>
            <a:r>
              <a:rPr lang="en-GB" sz="2000" dirty="0">
                <a:solidFill>
                  <a:schemeClr val="tx2">
                    <a:lumMod val="50000"/>
                  </a:schemeClr>
                </a:solidFill>
              </a:rPr>
              <a:t>Build an end-to-end flow-level near real-time intrusion detection system using the CICIDS2018 dataset that combines supervised ML classification with rule-based detection and runs on commodity hardware.</a:t>
            </a:r>
          </a:p>
          <a:p>
            <a:r>
              <a:rPr lang="en-GB" sz="2000" dirty="0">
                <a:solidFill>
                  <a:schemeClr val="tx2">
                    <a:lumMod val="50000"/>
                  </a:schemeClr>
                </a:solidFill>
              </a:rPr>
              <a:t>Stakeholders: SOC teams, enterprise security operations, MSSPs</a:t>
            </a:r>
          </a:p>
          <a:p>
            <a:r>
              <a:rPr lang="en-GB" sz="2000" dirty="0">
                <a:solidFill>
                  <a:schemeClr val="tx2">
                    <a:lumMod val="50000"/>
                  </a:schemeClr>
                </a:solidFill>
              </a:rPr>
              <a:t>Impact: earlier detection of DoS / brute-force activity, lower manual triage load.</a:t>
            </a:r>
          </a:p>
          <a:p>
            <a:endParaRPr lang="en-GB" sz="2000" dirty="0">
              <a:solidFill>
                <a:schemeClr val="tx2">
                  <a:lumMod val="50000"/>
                </a:schemeClr>
              </a:solidFill>
            </a:endParaRPr>
          </a:p>
          <a:p>
            <a:endParaRPr lang="en-RU" dirty="0">
              <a:solidFill>
                <a:schemeClr val="tx2">
                  <a:lumMod val="50000"/>
                </a:schemeClr>
              </a:solidFill>
            </a:endParaRPr>
          </a:p>
        </p:txBody>
      </p:sp>
      <p:sp>
        <p:nvSpPr>
          <p:cNvPr id="3" name="Text Placeholder 2">
            <a:extLst>
              <a:ext uri="{FF2B5EF4-FFF2-40B4-BE49-F238E27FC236}">
                <a16:creationId xmlns:a16="http://schemas.microsoft.com/office/drawing/2014/main" id="{2896422F-3712-E87F-EC30-BE644797872C}"/>
              </a:ext>
            </a:extLst>
          </p:cNvPr>
          <p:cNvSpPr>
            <a:spLocks noGrp="1"/>
          </p:cNvSpPr>
          <p:nvPr>
            <p:ph type="body" sz="quarter" idx="16"/>
          </p:nvPr>
        </p:nvSpPr>
        <p:spPr>
          <a:xfrm>
            <a:off x="5346915" y="5417277"/>
            <a:ext cx="3934345" cy="553998"/>
          </a:xfrm>
        </p:spPr>
        <p:txBody>
          <a:bodyPr/>
          <a:lstStyle/>
          <a:p>
            <a:r>
              <a:rPr lang="en-GB" dirty="0">
                <a:solidFill>
                  <a:schemeClr val="tx2">
                    <a:lumMod val="50000"/>
                  </a:schemeClr>
                </a:solidFill>
              </a:rPr>
              <a:t>Tasks map to five contributions C1–C5 (slide 5).</a:t>
            </a:r>
          </a:p>
          <a:p>
            <a:endParaRPr lang="en-RU" dirty="0">
              <a:solidFill>
                <a:schemeClr val="tx2">
                  <a:lumMod val="50000"/>
                </a:schemeClr>
              </a:solidFill>
            </a:endParaRPr>
          </a:p>
        </p:txBody>
      </p:sp>
      <p:sp>
        <p:nvSpPr>
          <p:cNvPr id="5" name="Title 4">
            <a:extLst>
              <a:ext uri="{FF2B5EF4-FFF2-40B4-BE49-F238E27FC236}">
                <a16:creationId xmlns:a16="http://schemas.microsoft.com/office/drawing/2014/main" id="{0631A43A-A59F-EE70-F524-B9C4601AE09F}"/>
              </a:ext>
            </a:extLst>
          </p:cNvPr>
          <p:cNvSpPr>
            <a:spLocks noGrp="1"/>
          </p:cNvSpPr>
          <p:nvPr>
            <p:ph type="title"/>
          </p:nvPr>
        </p:nvSpPr>
        <p:spPr>
          <a:xfrm>
            <a:off x="585898" y="1447790"/>
            <a:ext cx="4544042" cy="415925"/>
          </a:xfrm>
        </p:spPr>
        <p:txBody>
          <a:bodyPr>
            <a:normAutofit fontScale="90000"/>
          </a:bodyPr>
          <a:lstStyle/>
          <a:p>
            <a:r>
              <a:rPr lang="en-GB" dirty="0">
                <a:solidFill>
                  <a:schemeClr val="tx2">
                    <a:lumMod val="50000"/>
                  </a:schemeClr>
                </a:solidFill>
              </a:rPr>
              <a:t>Goal</a:t>
            </a:r>
            <a:br>
              <a:rPr lang="en-GB" dirty="0">
                <a:solidFill>
                  <a:schemeClr val="tx2">
                    <a:lumMod val="50000"/>
                  </a:schemeClr>
                </a:solidFill>
              </a:rPr>
            </a:br>
            <a:endParaRPr lang="en-RU" dirty="0">
              <a:solidFill>
                <a:schemeClr val="tx2">
                  <a:lumMod val="50000"/>
                </a:schemeClr>
              </a:solidFill>
            </a:endParaRPr>
          </a:p>
        </p:txBody>
      </p:sp>
      <p:sp>
        <p:nvSpPr>
          <p:cNvPr id="6" name="Text Placeholder 5">
            <a:extLst>
              <a:ext uri="{FF2B5EF4-FFF2-40B4-BE49-F238E27FC236}">
                <a16:creationId xmlns:a16="http://schemas.microsoft.com/office/drawing/2014/main" id="{B8CA677C-81F6-5511-B78C-04B1C81DA920}"/>
              </a:ext>
            </a:extLst>
          </p:cNvPr>
          <p:cNvSpPr>
            <a:spLocks noGrp="1"/>
          </p:cNvSpPr>
          <p:nvPr>
            <p:ph type="body" sz="quarter" idx="13"/>
          </p:nvPr>
        </p:nvSpPr>
        <p:spPr>
          <a:xfrm>
            <a:off x="1143688" y="540904"/>
            <a:ext cx="5861545" cy="415925"/>
          </a:xfrm>
        </p:spPr>
        <p:txBody>
          <a:body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sp>
        <p:nvSpPr>
          <p:cNvPr id="9" name="Text Placeholder 1">
            <a:extLst>
              <a:ext uri="{FF2B5EF4-FFF2-40B4-BE49-F238E27FC236}">
                <a16:creationId xmlns:a16="http://schemas.microsoft.com/office/drawing/2014/main" id="{98658A76-8A46-4748-14B4-ED8E13C34DBF}"/>
              </a:ext>
            </a:extLst>
          </p:cNvPr>
          <p:cNvSpPr txBox="1">
            <a:spLocks/>
          </p:cNvSpPr>
          <p:nvPr/>
        </p:nvSpPr>
        <p:spPr>
          <a:xfrm>
            <a:off x="5346915" y="2078966"/>
            <a:ext cx="6188449" cy="322715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600" dirty="0">
                <a:solidFill>
                  <a:schemeClr val="tx2">
                    <a:lumMod val="50000"/>
                  </a:schemeClr>
                </a:solidFill>
              </a:rPr>
              <a:t>Re-label CICIDS2018 PCAP through Zeek and assemble a clean per-flow dataset (~30.8M flows, 9 classes).</a:t>
            </a:r>
          </a:p>
          <a:p>
            <a:pPr marL="342900" indent="-342900">
              <a:buFont typeface="+mj-lt"/>
              <a:buAutoNum type="arabicPeriod"/>
            </a:pPr>
            <a:r>
              <a:rPr lang="en-GB" sz="1600" dirty="0">
                <a:solidFill>
                  <a:schemeClr val="tx2">
                    <a:lumMod val="50000"/>
                  </a:schemeClr>
                </a:solidFill>
              </a:rPr>
              <a:t>Engineer features from Zeek </a:t>
            </a:r>
            <a:r>
              <a:rPr lang="en-GB" sz="1600" dirty="0" err="1">
                <a:solidFill>
                  <a:schemeClr val="tx2">
                    <a:lumMod val="50000"/>
                  </a:schemeClr>
                </a:solidFill>
              </a:rPr>
              <a:t>conn.log</a:t>
            </a:r>
            <a:r>
              <a:rPr lang="en-GB" sz="1600" dirty="0">
                <a:solidFill>
                  <a:schemeClr val="tx2">
                    <a:lumMod val="50000"/>
                  </a:schemeClr>
                </a:solidFill>
              </a:rPr>
              <a:t> and train RF / </a:t>
            </a:r>
            <a:r>
              <a:rPr lang="en-GB" sz="1600" dirty="0" err="1">
                <a:solidFill>
                  <a:schemeClr val="tx2">
                    <a:lumMod val="50000"/>
                  </a:schemeClr>
                </a:solidFill>
              </a:rPr>
              <a:t>LightGBM</a:t>
            </a:r>
            <a:r>
              <a:rPr lang="en-GB" sz="1600" dirty="0">
                <a:solidFill>
                  <a:schemeClr val="tx2">
                    <a:lumMod val="50000"/>
                  </a:schemeClr>
                </a:solidFill>
              </a:rPr>
              <a:t> / </a:t>
            </a:r>
            <a:r>
              <a:rPr lang="en-GB" sz="1600" dirty="0" err="1">
                <a:solidFill>
                  <a:schemeClr val="tx2">
                    <a:lumMod val="50000"/>
                  </a:schemeClr>
                </a:solidFill>
              </a:rPr>
              <a:t>XGBoost</a:t>
            </a:r>
            <a:r>
              <a:rPr lang="en-GB" sz="1600" dirty="0">
                <a:solidFill>
                  <a:schemeClr val="tx2">
                    <a:lumMod val="50000"/>
                  </a:schemeClr>
                </a:solidFill>
              </a:rPr>
              <a:t> classifiers.</a:t>
            </a:r>
          </a:p>
          <a:p>
            <a:pPr marL="342900" indent="-342900">
              <a:buFont typeface="+mj-lt"/>
              <a:buAutoNum type="arabicPeriod"/>
            </a:pPr>
            <a:r>
              <a:rPr lang="en-GB" sz="1600" dirty="0">
                <a:solidFill>
                  <a:schemeClr val="tx2">
                    <a:lumMod val="50000"/>
                  </a:schemeClr>
                </a:solidFill>
              </a:rPr>
              <a:t>Build a streaming inference pipeline: Zeek → Kafka → Spark Structured Streaming.</a:t>
            </a:r>
          </a:p>
          <a:p>
            <a:pPr marL="342900" indent="-342900">
              <a:buFont typeface="+mj-lt"/>
              <a:buAutoNum type="arabicPeriod"/>
            </a:pPr>
            <a:r>
              <a:rPr lang="en-GB" sz="1600" dirty="0">
                <a:solidFill>
                  <a:schemeClr val="tx2">
                    <a:lumMod val="50000"/>
                  </a:schemeClr>
                </a:solidFill>
              </a:rPr>
              <a:t>Implement a rule-based engine for attack classes invisible to the classifier (slow-rate HTTP, brute force).</a:t>
            </a:r>
          </a:p>
          <a:p>
            <a:pPr marL="342900" indent="-342900">
              <a:buFont typeface="+mj-lt"/>
              <a:buAutoNum type="arabicPeriod"/>
            </a:pPr>
            <a:r>
              <a:rPr lang="en-GB" sz="1600" dirty="0">
                <a:solidFill>
                  <a:schemeClr val="tx2">
                    <a:lumMod val="50000"/>
                  </a:schemeClr>
                </a:solidFill>
              </a:rPr>
              <a:t>Evaluate in a controlled lab testbed against real attack tools. Compare baseline ML vs hybrid approach.</a:t>
            </a:r>
          </a:p>
          <a:p>
            <a:endParaRPr lang="en-RU" dirty="0">
              <a:solidFill>
                <a:schemeClr val="tx2">
                  <a:lumMod val="50000"/>
                </a:schemeClr>
              </a:solidFill>
            </a:endParaRPr>
          </a:p>
        </p:txBody>
      </p:sp>
      <p:sp>
        <p:nvSpPr>
          <p:cNvPr id="11" name="Title 4">
            <a:extLst>
              <a:ext uri="{FF2B5EF4-FFF2-40B4-BE49-F238E27FC236}">
                <a16:creationId xmlns:a16="http://schemas.microsoft.com/office/drawing/2014/main" id="{D97B3650-85F6-578B-4C8F-4538FFF4FFB1}"/>
              </a:ext>
            </a:extLst>
          </p:cNvPr>
          <p:cNvSpPr txBox="1">
            <a:spLocks/>
          </p:cNvSpPr>
          <p:nvPr/>
        </p:nvSpPr>
        <p:spPr>
          <a:xfrm>
            <a:off x="5346915" y="1551882"/>
            <a:ext cx="4544042" cy="415925"/>
          </a:xfrm>
          <a:prstGeom prst="rect">
            <a:avLst/>
          </a:prstGeom>
        </p:spPr>
        <p:txBody>
          <a:bodyPr lIns="0" tIns="0" rIns="0" bIns="0" anchor="t">
            <a:normAutofit fontScale="45000" lnSpcReduction="20000"/>
          </a:bodyPr>
          <a:lstStyle>
            <a:lvl1pPr algn="l" defTabSz="914400" rtl="0" eaLnBrk="1" latinLnBrk="0" hangingPunct="1">
              <a:lnSpc>
                <a:spcPct val="100000"/>
              </a:lnSpc>
              <a:spcBef>
                <a:spcPct val="0"/>
              </a:spcBef>
              <a:buNone/>
              <a:defRPr sz="2400" b="0" i="0" kern="1200">
                <a:solidFill>
                  <a:schemeClr val="tx1"/>
                </a:solidFill>
                <a:latin typeface="HSE Sans" panose="02000000000000000000" pitchFamily="2" charset="0"/>
                <a:ea typeface="+mj-ea"/>
                <a:cs typeface="+mj-cs"/>
              </a:defRPr>
            </a:lvl1pPr>
          </a:lstStyle>
          <a:p>
            <a:r>
              <a:rPr lang="en-GB" sz="4900" dirty="0">
                <a:solidFill>
                  <a:schemeClr val="tx2">
                    <a:lumMod val="50000"/>
                  </a:schemeClr>
                </a:solidFill>
              </a:rPr>
              <a:t>Tasks</a:t>
            </a:r>
            <a:br>
              <a:rPr lang="en-GB" dirty="0">
                <a:solidFill>
                  <a:schemeClr val="tx2">
                    <a:lumMod val="50000"/>
                  </a:schemeClr>
                </a:solidFill>
              </a:rPr>
            </a:br>
            <a:endParaRPr lang="en-RU" dirty="0">
              <a:solidFill>
                <a:schemeClr val="tx2">
                  <a:lumMod val="50000"/>
                </a:schemeClr>
              </a:solidFill>
            </a:endParaRPr>
          </a:p>
        </p:txBody>
      </p:sp>
      <p:cxnSp>
        <p:nvCxnSpPr>
          <p:cNvPr id="13" name="Straight Connector 12">
            <a:extLst>
              <a:ext uri="{FF2B5EF4-FFF2-40B4-BE49-F238E27FC236}">
                <a16:creationId xmlns:a16="http://schemas.microsoft.com/office/drawing/2014/main" id="{2C50376B-DA64-ACE8-38F2-837A1CF15E49}"/>
              </a:ext>
            </a:extLst>
          </p:cNvPr>
          <p:cNvCxnSpPr>
            <a:stCxn id="5" idx="3"/>
          </p:cNvCxnSpPr>
          <p:nvPr/>
        </p:nvCxnSpPr>
        <p:spPr>
          <a:xfrm>
            <a:off x="5129940" y="1655753"/>
            <a:ext cx="0" cy="48196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2046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81D185-6848-751A-2896-972BA40C55F2}"/>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20FF5613-A303-2E91-53D9-F09C1C3D4246}"/>
              </a:ext>
            </a:extLst>
          </p:cNvPr>
          <p:cNvSpPr>
            <a:spLocks noGrp="1"/>
          </p:cNvSpPr>
          <p:nvPr>
            <p:ph type="title"/>
          </p:nvPr>
        </p:nvSpPr>
        <p:spPr>
          <a:xfrm>
            <a:off x="399918" y="1447790"/>
            <a:ext cx="3583146" cy="777025"/>
          </a:xfrm>
        </p:spPr>
        <p:txBody>
          <a:bodyPr>
            <a:normAutofit/>
          </a:bodyPr>
          <a:lstStyle/>
          <a:p>
            <a:r>
              <a:rPr lang="en-US" dirty="0">
                <a:solidFill>
                  <a:schemeClr val="tx2">
                    <a:lumMod val="50000"/>
                  </a:schemeClr>
                </a:solidFill>
              </a:rPr>
              <a:t>Feature extractor reliability</a:t>
            </a:r>
            <a:br>
              <a:rPr lang="en-US" dirty="0">
                <a:solidFill>
                  <a:schemeClr val="tx2">
                    <a:lumMod val="50000"/>
                  </a:schemeClr>
                </a:solidFill>
              </a:rPr>
            </a:br>
            <a:r>
              <a:rPr lang="en-US" dirty="0">
                <a:solidFill>
                  <a:schemeClr val="tx2">
                    <a:lumMod val="50000"/>
                  </a:schemeClr>
                </a:solidFill>
              </a:rPr>
              <a:t> </a:t>
            </a:r>
            <a:endParaRPr lang="ru-RU" dirty="0">
              <a:solidFill>
                <a:schemeClr val="tx2">
                  <a:lumMod val="50000"/>
                </a:schemeClr>
              </a:solidFill>
            </a:endParaRPr>
          </a:p>
        </p:txBody>
      </p:sp>
      <p:sp>
        <p:nvSpPr>
          <p:cNvPr id="4" name="Текст 3">
            <a:extLst>
              <a:ext uri="{FF2B5EF4-FFF2-40B4-BE49-F238E27FC236}">
                <a16:creationId xmlns:a16="http://schemas.microsoft.com/office/drawing/2014/main" id="{B0AE0F78-13D0-575F-4783-21FE85EDCF16}"/>
              </a:ext>
            </a:extLst>
          </p:cNvPr>
          <p:cNvSpPr>
            <a:spLocks noGrp="1"/>
          </p:cNvSpPr>
          <p:nvPr>
            <p:ph type="body" sz="quarter" idx="12"/>
          </p:nvPr>
        </p:nvSpPr>
        <p:spPr>
          <a:xfrm>
            <a:off x="399917" y="2224815"/>
            <a:ext cx="3583147" cy="3393234"/>
          </a:xfrm>
        </p:spPr>
        <p:txBody>
          <a:bodyPr/>
          <a:lstStyle/>
          <a:p>
            <a:r>
              <a:rPr lang="en-GB" b="1" dirty="0" err="1">
                <a:solidFill>
                  <a:schemeClr val="tx2">
                    <a:lumMod val="50000"/>
                  </a:schemeClr>
                </a:solidFill>
              </a:rPr>
              <a:t>CICFlowMeter</a:t>
            </a:r>
            <a:r>
              <a:rPr lang="en-GB" b="1" dirty="0">
                <a:solidFill>
                  <a:schemeClr val="tx2">
                    <a:lumMod val="50000"/>
                  </a:schemeClr>
                </a:solidFill>
              </a:rPr>
              <a:t> has multiple documented bugs found in its realization:</a:t>
            </a:r>
          </a:p>
          <a:p>
            <a:endParaRPr lang="en-GB" dirty="0">
              <a:solidFill>
                <a:schemeClr val="tx2">
                  <a:lumMod val="50000"/>
                </a:schemeClr>
              </a:solidFill>
            </a:endParaRPr>
          </a:p>
          <a:p>
            <a:pPr marL="285750" indent="-285750">
              <a:buFont typeface="Arial" panose="020B0604020202020204" pitchFamily="34" charset="0"/>
              <a:buChar char="•"/>
            </a:pPr>
            <a:r>
              <a:rPr lang="en-GB" dirty="0">
                <a:solidFill>
                  <a:schemeClr val="tx2">
                    <a:lumMod val="50000"/>
                  </a:schemeClr>
                </a:solidFill>
              </a:rPr>
              <a:t>Double-counts first packet in length statistics</a:t>
            </a:r>
          </a:p>
          <a:p>
            <a:pPr marL="285750" indent="-285750">
              <a:buFont typeface="Arial" panose="020B0604020202020204" pitchFamily="34" charset="0"/>
              <a:buChar char="•"/>
            </a:pPr>
            <a:r>
              <a:rPr lang="en-GB" dirty="0">
                <a:solidFill>
                  <a:schemeClr val="tx2">
                    <a:lumMod val="50000"/>
                  </a:schemeClr>
                </a:solidFill>
              </a:rPr>
              <a:t>Premature TCP termination on single FIN; 25.9% TCP appendices [11]</a:t>
            </a:r>
          </a:p>
          <a:p>
            <a:pPr marL="285750" indent="-285750">
              <a:buFont typeface="Arial" panose="020B0604020202020204" pitchFamily="34" charset="0"/>
              <a:buChar char="•"/>
            </a:pPr>
            <a:r>
              <a:rPr lang="en-GB" dirty="0" err="1">
                <a:solidFill>
                  <a:schemeClr val="tx2">
                    <a:lumMod val="50000"/>
                  </a:schemeClr>
                </a:solidFill>
              </a:rPr>
              <a:t>NaN</a:t>
            </a:r>
            <a:r>
              <a:rPr lang="en-GB" dirty="0">
                <a:solidFill>
                  <a:schemeClr val="tx2">
                    <a:lumMod val="50000"/>
                  </a:schemeClr>
                </a:solidFill>
              </a:rPr>
              <a:t>/Inf in flow rate features when duration = 0</a:t>
            </a:r>
          </a:p>
          <a:p>
            <a:pPr marL="285750" indent="-285750">
              <a:buFont typeface="Arial" panose="020B0604020202020204" pitchFamily="34" charset="0"/>
              <a:buChar char="•"/>
            </a:pPr>
            <a:r>
              <a:rPr lang="en-GB" dirty="0" err="1">
                <a:solidFill>
                  <a:schemeClr val="tx2">
                    <a:lumMod val="50000"/>
                  </a:schemeClr>
                </a:solidFill>
              </a:rPr>
              <a:t>flowTimeout</a:t>
            </a:r>
            <a:r>
              <a:rPr lang="en-GB" dirty="0">
                <a:solidFill>
                  <a:schemeClr val="tx2">
                    <a:lumMod val="50000"/>
                  </a:schemeClr>
                </a:solidFill>
              </a:rPr>
              <a:t> 120s in code vs 600s in docs</a:t>
            </a:r>
          </a:p>
          <a:p>
            <a:endParaRPr lang="ru-RU" dirty="0">
              <a:solidFill>
                <a:schemeClr val="tx2">
                  <a:lumMod val="50000"/>
                </a:schemeClr>
              </a:solidFill>
            </a:endParaRPr>
          </a:p>
        </p:txBody>
      </p:sp>
      <p:sp>
        <p:nvSpPr>
          <p:cNvPr id="7" name="Заголовок 2">
            <a:extLst>
              <a:ext uri="{FF2B5EF4-FFF2-40B4-BE49-F238E27FC236}">
                <a16:creationId xmlns:a16="http://schemas.microsoft.com/office/drawing/2014/main" id="{0227BEB1-B791-7C5A-40F7-05CBA3D1DA57}"/>
              </a:ext>
            </a:extLst>
          </p:cNvPr>
          <p:cNvSpPr txBox="1">
            <a:spLocks/>
          </p:cNvSpPr>
          <p:nvPr/>
        </p:nvSpPr>
        <p:spPr>
          <a:xfrm>
            <a:off x="4169046" y="1447790"/>
            <a:ext cx="3583146" cy="777025"/>
          </a:xfrm>
          <a:prstGeom prst="rect">
            <a:avLst/>
          </a:prstGeom>
        </p:spPr>
        <p:txBody>
          <a:bodyPr lIns="0" tIns="0" rIns="0" bIns="0" anchor="t">
            <a:normAutofit/>
          </a:bodyPr>
          <a:lstStyle>
            <a:lvl1pPr algn="l" defTabSz="914400" rtl="0" eaLnBrk="1" latinLnBrk="0" hangingPunct="1">
              <a:lnSpc>
                <a:spcPct val="100000"/>
              </a:lnSpc>
              <a:spcBef>
                <a:spcPct val="0"/>
              </a:spcBef>
              <a:buNone/>
              <a:defRPr sz="2400" b="0" i="0" kern="1200">
                <a:solidFill>
                  <a:schemeClr val="tx1"/>
                </a:solidFill>
                <a:latin typeface="HSE Sans" panose="02000000000000000000" pitchFamily="2" charset="0"/>
                <a:ea typeface="+mj-ea"/>
                <a:cs typeface="+mj-cs"/>
              </a:defRPr>
            </a:lvl1pPr>
          </a:lstStyle>
          <a:p>
            <a:r>
              <a:rPr lang="en-GB" dirty="0">
                <a:solidFill>
                  <a:schemeClr val="tx2">
                    <a:lumMod val="50000"/>
                  </a:schemeClr>
                </a:solidFill>
              </a:rPr>
              <a:t>Batch features ≠ streaming</a:t>
            </a:r>
          </a:p>
        </p:txBody>
      </p:sp>
      <p:sp>
        <p:nvSpPr>
          <p:cNvPr id="8" name="Текст 3">
            <a:extLst>
              <a:ext uri="{FF2B5EF4-FFF2-40B4-BE49-F238E27FC236}">
                <a16:creationId xmlns:a16="http://schemas.microsoft.com/office/drawing/2014/main" id="{EAD5E35C-DCB2-D901-C1B5-8290194D9F1C}"/>
              </a:ext>
            </a:extLst>
          </p:cNvPr>
          <p:cNvSpPr txBox="1">
            <a:spLocks/>
          </p:cNvSpPr>
          <p:nvPr/>
        </p:nvSpPr>
        <p:spPr>
          <a:xfrm>
            <a:off x="4169045" y="2224815"/>
            <a:ext cx="3583147"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2">
                    <a:lumMod val="50000"/>
                  </a:schemeClr>
                </a:solidFill>
              </a:rPr>
              <a:t>Most works use </a:t>
            </a:r>
            <a:r>
              <a:rPr lang="en-GB" b="1" dirty="0" err="1">
                <a:solidFill>
                  <a:schemeClr val="tx2">
                    <a:lumMod val="50000"/>
                  </a:schemeClr>
                </a:solidFill>
              </a:rPr>
              <a:t>CICFlowMeter</a:t>
            </a:r>
            <a:r>
              <a:rPr lang="en-GB" b="1" dirty="0">
                <a:solidFill>
                  <a:schemeClr val="tx2">
                    <a:lumMod val="50000"/>
                  </a:schemeClr>
                </a:solidFill>
              </a:rPr>
              <a:t>-style features computed only after flow closure:</a:t>
            </a:r>
          </a:p>
          <a:p>
            <a:endParaRPr lang="en-GB" dirty="0">
              <a:solidFill>
                <a:schemeClr val="tx2">
                  <a:lumMod val="50000"/>
                </a:schemeClr>
              </a:solidFill>
            </a:endParaRPr>
          </a:p>
          <a:p>
            <a:pPr marL="285750" indent="-285750">
              <a:buFont typeface="Arial" panose="020B0604020202020204" pitchFamily="34" charset="0"/>
              <a:buChar char="•"/>
            </a:pPr>
            <a:r>
              <a:rPr lang="en-GB" dirty="0">
                <a:solidFill>
                  <a:schemeClr val="tx2">
                    <a:lumMod val="50000"/>
                  </a:schemeClr>
                </a:solidFill>
              </a:rPr>
              <a:t>Bidirectional statistics are undefined before the flow closes</a:t>
            </a:r>
          </a:p>
          <a:p>
            <a:pPr marL="285750" indent="-285750">
              <a:buFont typeface="Arial" panose="020B0604020202020204" pitchFamily="34" charset="0"/>
              <a:buChar char="•"/>
            </a:pPr>
            <a:r>
              <a:rPr lang="en-GB" dirty="0">
                <a:solidFill>
                  <a:schemeClr val="tx2">
                    <a:lumMod val="50000"/>
                  </a:schemeClr>
                </a:solidFill>
              </a:rPr>
              <a:t>Model trained on final values; live inference sees in-progress values</a:t>
            </a:r>
          </a:p>
          <a:p>
            <a:pPr marL="285750" indent="-285750">
              <a:buFont typeface="Arial" panose="020B0604020202020204" pitchFamily="34" charset="0"/>
              <a:buChar char="•"/>
            </a:pPr>
            <a:r>
              <a:rPr lang="en-GB" dirty="0">
                <a:solidFill>
                  <a:schemeClr val="tx2">
                    <a:lumMod val="50000"/>
                  </a:schemeClr>
                </a:solidFill>
              </a:rPr>
              <a:t>Distribution shift between train and inference is rarely acknowledged</a:t>
            </a:r>
          </a:p>
          <a:p>
            <a:endParaRPr lang="ru-RU" dirty="0">
              <a:solidFill>
                <a:schemeClr val="tx2">
                  <a:lumMod val="50000"/>
                </a:schemeClr>
              </a:solidFill>
            </a:endParaRPr>
          </a:p>
        </p:txBody>
      </p:sp>
      <p:sp>
        <p:nvSpPr>
          <p:cNvPr id="9" name="Заголовок 2">
            <a:extLst>
              <a:ext uri="{FF2B5EF4-FFF2-40B4-BE49-F238E27FC236}">
                <a16:creationId xmlns:a16="http://schemas.microsoft.com/office/drawing/2014/main" id="{309AC655-5F05-901D-6261-6C9FA2347F6C}"/>
              </a:ext>
            </a:extLst>
          </p:cNvPr>
          <p:cNvSpPr txBox="1">
            <a:spLocks/>
          </p:cNvSpPr>
          <p:nvPr/>
        </p:nvSpPr>
        <p:spPr>
          <a:xfrm>
            <a:off x="7938173" y="1447790"/>
            <a:ext cx="4034725" cy="777025"/>
          </a:xfrm>
          <a:prstGeom prst="rect">
            <a:avLst/>
          </a:prstGeom>
        </p:spPr>
        <p:txBody>
          <a:bodyPr lIns="0" tIns="0" rIns="0" bIns="0" anchor="t">
            <a:normAutofit/>
          </a:bodyPr>
          <a:lstStyle>
            <a:lvl1pPr algn="l" defTabSz="914400" rtl="0" eaLnBrk="1" latinLnBrk="0" hangingPunct="1">
              <a:lnSpc>
                <a:spcPct val="100000"/>
              </a:lnSpc>
              <a:spcBef>
                <a:spcPct val="0"/>
              </a:spcBef>
              <a:buNone/>
              <a:defRPr sz="2400" b="0" i="0" kern="1200">
                <a:solidFill>
                  <a:schemeClr val="tx1"/>
                </a:solidFill>
                <a:latin typeface="HSE Sans" panose="02000000000000000000" pitchFamily="2" charset="0"/>
                <a:ea typeface="+mj-ea"/>
                <a:cs typeface="+mj-cs"/>
              </a:defRPr>
            </a:lvl1pPr>
          </a:lstStyle>
          <a:p>
            <a:r>
              <a:rPr lang="en-US" dirty="0">
                <a:solidFill>
                  <a:schemeClr val="tx2">
                    <a:lumMod val="50000"/>
                  </a:schemeClr>
                </a:solidFill>
              </a:rPr>
              <a:t>Production deployment ignored</a:t>
            </a:r>
            <a:endParaRPr lang="ru-RU" dirty="0">
              <a:solidFill>
                <a:schemeClr val="tx2">
                  <a:lumMod val="50000"/>
                </a:schemeClr>
              </a:solidFill>
            </a:endParaRPr>
          </a:p>
        </p:txBody>
      </p:sp>
      <p:sp>
        <p:nvSpPr>
          <p:cNvPr id="10" name="Текст 3">
            <a:extLst>
              <a:ext uri="{FF2B5EF4-FFF2-40B4-BE49-F238E27FC236}">
                <a16:creationId xmlns:a16="http://schemas.microsoft.com/office/drawing/2014/main" id="{3BFCEA68-DFF7-FB10-4D93-5A2C04351FC2}"/>
              </a:ext>
            </a:extLst>
          </p:cNvPr>
          <p:cNvSpPr txBox="1">
            <a:spLocks/>
          </p:cNvSpPr>
          <p:nvPr/>
        </p:nvSpPr>
        <p:spPr>
          <a:xfrm>
            <a:off x="7938173" y="2224815"/>
            <a:ext cx="3853909"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2">
                    <a:lumMod val="50000"/>
                  </a:schemeClr>
                </a:solidFill>
              </a:rPr>
              <a:t>Path from a trained model to a working real-time system is rarely described:</a:t>
            </a:r>
          </a:p>
          <a:p>
            <a:endParaRPr lang="en-GB" dirty="0">
              <a:solidFill>
                <a:schemeClr val="tx2">
                  <a:lumMod val="50000"/>
                </a:schemeClr>
              </a:solidFill>
            </a:endParaRP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Kafka consumer throughput not reported</a:t>
            </a: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Model serialization / training-inference consistency not addressed</a:t>
            </a: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End-to-end latency rarely measured</a:t>
            </a:r>
          </a:p>
          <a:p>
            <a:endParaRPr lang="ru-RU" dirty="0">
              <a:solidFill>
                <a:schemeClr val="tx2">
                  <a:lumMod val="50000"/>
                </a:schemeClr>
              </a:solidFill>
            </a:endParaRPr>
          </a:p>
        </p:txBody>
      </p:sp>
      <p:sp>
        <p:nvSpPr>
          <p:cNvPr id="11" name="TextBox 10">
            <a:extLst>
              <a:ext uri="{FF2B5EF4-FFF2-40B4-BE49-F238E27FC236}">
                <a16:creationId xmlns:a16="http://schemas.microsoft.com/office/drawing/2014/main" id="{011A8DE8-9D87-D139-0519-3B88321FF774}"/>
              </a:ext>
            </a:extLst>
          </p:cNvPr>
          <p:cNvSpPr txBox="1"/>
          <p:nvPr/>
        </p:nvSpPr>
        <p:spPr>
          <a:xfrm>
            <a:off x="283983" y="5010100"/>
            <a:ext cx="3699082" cy="707886"/>
          </a:xfrm>
          <a:prstGeom prst="rect">
            <a:avLst/>
          </a:prstGeom>
          <a:noFill/>
        </p:spPr>
        <p:txBody>
          <a:bodyPr wrap="square" rtlCol="0">
            <a:spAutoFit/>
          </a:bodyPr>
          <a:lstStyle/>
          <a:p>
            <a:pPr algn="l"/>
            <a:r>
              <a:rPr lang="en-GB" sz="1000" dirty="0" err="1">
                <a:solidFill>
                  <a:schemeClr val="tx2">
                    <a:lumMod val="50000"/>
                  </a:schemeClr>
                </a:solidFill>
                <a:latin typeface="HSE Sans" panose="02000000000000000000" pitchFamily="2" charset="0"/>
              </a:rPr>
              <a:t>Getman</a:t>
            </a:r>
            <a:r>
              <a:rPr lang="en-GB" sz="1000" dirty="0">
                <a:solidFill>
                  <a:schemeClr val="tx2">
                    <a:lumMod val="50000"/>
                  </a:schemeClr>
                </a:solidFill>
                <a:latin typeface="HSE Sans" panose="02000000000000000000" pitchFamily="2" charset="0"/>
              </a:rPr>
              <a:t> et al. report Random Forest F1 = 0.971 (validation) -&gt; 0.064 (real network) attributed to dataset/environment mismatch.</a:t>
            </a:r>
          </a:p>
          <a:p>
            <a:pPr algn="l"/>
            <a:endParaRPr lang="en-RU" sz="1000" dirty="0">
              <a:solidFill>
                <a:schemeClr val="tx2">
                  <a:lumMod val="50000"/>
                </a:schemeClr>
              </a:solidFill>
              <a:latin typeface="HSE Sans" panose="02000000000000000000" pitchFamily="2" charset="0"/>
            </a:endParaRPr>
          </a:p>
        </p:txBody>
      </p:sp>
      <p:sp>
        <p:nvSpPr>
          <p:cNvPr id="16" name="Text Placeholder 5">
            <a:extLst>
              <a:ext uri="{FF2B5EF4-FFF2-40B4-BE49-F238E27FC236}">
                <a16:creationId xmlns:a16="http://schemas.microsoft.com/office/drawing/2014/main" id="{DCABB02F-B162-AC61-B22E-D4A400D72B4B}"/>
              </a:ext>
            </a:extLst>
          </p:cNvPr>
          <p:cNvSpPr>
            <a:spLocks noGrp="1"/>
          </p:cNvSpPr>
          <p:nvPr>
            <p:ph type="body" sz="quarter" idx="13"/>
          </p:nvPr>
        </p:nvSpPr>
        <p:spPr>
          <a:xfrm>
            <a:off x="1143688" y="540904"/>
            <a:ext cx="5861545" cy="415925"/>
          </a:xfrm>
        </p:spPr>
        <p:txBody>
          <a:body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cxnSp>
        <p:nvCxnSpPr>
          <p:cNvPr id="20" name="Straight Connector 19">
            <a:extLst>
              <a:ext uri="{FF2B5EF4-FFF2-40B4-BE49-F238E27FC236}">
                <a16:creationId xmlns:a16="http://schemas.microsoft.com/office/drawing/2014/main" id="{3FB9EB23-B365-735A-6D91-EBAAAEDD13C7}"/>
              </a:ext>
            </a:extLst>
          </p:cNvPr>
          <p:cNvCxnSpPr/>
          <p:nvPr/>
        </p:nvCxnSpPr>
        <p:spPr>
          <a:xfrm>
            <a:off x="7826487" y="1089695"/>
            <a:ext cx="0" cy="4819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5FDE674-E421-B83B-4FDD-A7BB5C18C1E2}"/>
              </a:ext>
            </a:extLst>
          </p:cNvPr>
          <p:cNvCxnSpPr/>
          <p:nvPr/>
        </p:nvCxnSpPr>
        <p:spPr>
          <a:xfrm>
            <a:off x="4060030" y="1089695"/>
            <a:ext cx="0" cy="48196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97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090B-A585-91D5-59CD-9B6A2FB6AF97}"/>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678BAFBF-7398-C0ED-7A69-F63E7E5AF37C}"/>
              </a:ext>
            </a:extLst>
          </p:cNvPr>
          <p:cNvSpPr/>
          <p:nvPr/>
        </p:nvSpPr>
        <p:spPr>
          <a:xfrm>
            <a:off x="508829" y="5688654"/>
            <a:ext cx="10538616" cy="85210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8" name="Text Placeholder 5">
            <a:extLst>
              <a:ext uri="{FF2B5EF4-FFF2-40B4-BE49-F238E27FC236}">
                <a16:creationId xmlns:a16="http://schemas.microsoft.com/office/drawing/2014/main" id="{A08E3406-3265-0EF2-B8C2-D2F29AF4B8E1}"/>
              </a:ext>
            </a:extLst>
          </p:cNvPr>
          <p:cNvSpPr>
            <a:spLocks noGrp="1"/>
          </p:cNvSpPr>
          <p:nvPr>
            <p:ph type="body" sz="quarter" idx="13"/>
          </p:nvPr>
        </p:nvSpPr>
        <p:spPr>
          <a:xfrm>
            <a:off x="1143688" y="540904"/>
            <a:ext cx="5861545" cy="415925"/>
          </a:xfrm>
        </p:spPr>
        <p:txBody>
          <a:body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sp>
        <p:nvSpPr>
          <p:cNvPr id="29" name="Title 1">
            <a:extLst>
              <a:ext uri="{FF2B5EF4-FFF2-40B4-BE49-F238E27FC236}">
                <a16:creationId xmlns:a16="http://schemas.microsoft.com/office/drawing/2014/main" id="{A24FE96A-67DA-63C8-B38A-AA3C0C62F2BE}"/>
              </a:ext>
            </a:extLst>
          </p:cNvPr>
          <p:cNvSpPr txBox="1">
            <a:spLocks/>
          </p:cNvSpPr>
          <p:nvPr/>
        </p:nvSpPr>
        <p:spPr>
          <a:xfrm>
            <a:off x="434185" y="1092853"/>
            <a:ext cx="8782038" cy="3385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tx2">
                    <a:lumMod val="50000"/>
                  </a:schemeClr>
                </a:solidFill>
                <a:latin typeface="HSE Sans" panose="02000000000000000000" pitchFamily="2" charset="0"/>
              </a:rPr>
              <a:t>The Benchmark Trap</a:t>
            </a:r>
            <a:endParaRPr lang="en-GB" sz="2400" dirty="0">
              <a:solidFill>
                <a:schemeClr val="tx2">
                  <a:lumMod val="50000"/>
                </a:schemeClr>
              </a:solidFill>
              <a:latin typeface="HSE Sans" panose="02000000000000000000" pitchFamily="2" charset="0"/>
            </a:endParaRPr>
          </a:p>
        </p:txBody>
      </p:sp>
      <p:sp>
        <p:nvSpPr>
          <p:cNvPr id="2" name="TextBox 1">
            <a:extLst>
              <a:ext uri="{FF2B5EF4-FFF2-40B4-BE49-F238E27FC236}">
                <a16:creationId xmlns:a16="http://schemas.microsoft.com/office/drawing/2014/main" id="{9AF006FB-BF23-45B5-9BB0-7D788DA59834}"/>
              </a:ext>
            </a:extLst>
          </p:cNvPr>
          <p:cNvSpPr txBox="1"/>
          <p:nvPr/>
        </p:nvSpPr>
        <p:spPr>
          <a:xfrm>
            <a:off x="508829" y="1959429"/>
            <a:ext cx="7506167" cy="2154436"/>
          </a:xfrm>
          <a:prstGeom prst="rect">
            <a:avLst/>
          </a:prstGeom>
          <a:noFill/>
        </p:spPr>
        <p:txBody>
          <a:bodyPr wrap="square" rtlCol="0">
            <a:spAutoFit/>
          </a:bodyPr>
          <a:lstStyle/>
          <a:p>
            <a:r>
              <a:rPr lang="en-RU" dirty="0">
                <a:solidFill>
                  <a:srgbClr val="2B2B2B"/>
                </a:solidFill>
              </a:rPr>
              <a:t>Extractor artifacts</a:t>
            </a:r>
            <a:br>
              <a:rPr lang="en-RU" sz="1000" dirty="0">
                <a:solidFill>
                  <a:srgbClr val="2B2B2B"/>
                </a:solidFill>
              </a:rPr>
            </a:br>
            <a:r>
              <a:rPr lang="en-RU" sz="1000" dirty="0">
                <a:solidFill>
                  <a:srgbClr val="2B2B2B"/>
                </a:solidFill>
              </a:rPr>
              <a:t>CICFlowMeter bugs can distort features.</a:t>
            </a:r>
          </a:p>
          <a:p>
            <a:br>
              <a:rPr lang="en-RU" sz="1000" dirty="0">
                <a:solidFill>
                  <a:srgbClr val="2B2B2B"/>
                </a:solidFill>
              </a:rPr>
            </a:br>
            <a:endParaRPr lang="en-RU" sz="1000" dirty="0">
              <a:solidFill>
                <a:srgbClr val="2B2B2B"/>
              </a:solidFill>
            </a:endParaRPr>
          </a:p>
          <a:p>
            <a:r>
              <a:rPr lang="en-RU" dirty="0">
                <a:solidFill>
                  <a:srgbClr val="2B2B2B"/>
                </a:solidFill>
              </a:rPr>
              <a:t>Train / live mismatch</a:t>
            </a:r>
            <a:br>
              <a:rPr lang="en-RU" sz="1000" dirty="0">
                <a:solidFill>
                  <a:srgbClr val="2B2B2B"/>
                </a:solidFill>
              </a:rPr>
            </a:br>
            <a:r>
              <a:rPr lang="en-RU" sz="1000" dirty="0">
                <a:solidFill>
                  <a:srgbClr val="2B2B2B"/>
                </a:solidFill>
              </a:rPr>
              <a:t>Batch features are not the same as streaming features.</a:t>
            </a:r>
          </a:p>
          <a:p>
            <a:br>
              <a:rPr lang="en-RU" sz="1000" dirty="0">
                <a:solidFill>
                  <a:srgbClr val="2B2B2B"/>
                </a:solidFill>
              </a:rPr>
            </a:br>
            <a:endParaRPr lang="en-RU" sz="1000" dirty="0">
              <a:solidFill>
                <a:srgbClr val="2B2B2B"/>
              </a:solidFill>
            </a:endParaRPr>
          </a:p>
          <a:p>
            <a:r>
              <a:rPr lang="en-RU" dirty="0">
                <a:solidFill>
                  <a:srgbClr val="2B2B2B"/>
                </a:solidFill>
              </a:rPr>
              <a:t>Missing deployment proof</a:t>
            </a:r>
            <a:br>
              <a:rPr lang="en-RU" sz="1000" dirty="0">
                <a:solidFill>
                  <a:srgbClr val="2B2B2B"/>
                </a:solidFill>
              </a:rPr>
            </a:br>
            <a:r>
              <a:rPr lang="en-RU" sz="1000" dirty="0">
                <a:solidFill>
                  <a:srgbClr val="2B2B2B"/>
                </a:solidFill>
              </a:rPr>
              <a:t>Most papers do not show raw traffic -&gt; alerts.</a:t>
            </a:r>
          </a:p>
          <a:p>
            <a:pPr algn="l"/>
            <a:endParaRPr lang="en-RU" sz="1000" dirty="0">
              <a:solidFill>
                <a:srgbClr val="2B2B2B"/>
              </a:solidFill>
              <a:latin typeface="HSE Sans" panose="02000000000000000000" pitchFamily="2" charset="0"/>
            </a:endParaRPr>
          </a:p>
        </p:txBody>
      </p:sp>
    </p:spTree>
    <p:extLst>
      <p:ext uri="{BB962C8B-B14F-4D97-AF65-F5344CB8AC3E}">
        <p14:creationId xmlns:p14="http://schemas.microsoft.com/office/powerpoint/2010/main" val="3534510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7EEB9E8-9C04-1266-BB64-82A232560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93F48-1008-6395-88E6-30276B88ECE5}"/>
              </a:ext>
            </a:extLst>
          </p:cNvPr>
          <p:cNvSpPr>
            <a:spLocks noGrp="1"/>
          </p:cNvSpPr>
          <p:nvPr>
            <p:ph type="title"/>
          </p:nvPr>
        </p:nvSpPr>
        <p:spPr/>
        <p:txBody>
          <a:bodyPr/>
          <a:lstStyle/>
          <a:p>
            <a:r>
              <a:rPr lang="en-GB" dirty="0">
                <a:solidFill>
                  <a:schemeClr val="tx2">
                    <a:lumMod val="50000"/>
                  </a:schemeClr>
                </a:solidFill>
              </a:rPr>
              <a:t>Journey from raw Traffic to live Alerts</a:t>
            </a:r>
            <a:endParaRPr lang="en-RU" dirty="0">
              <a:solidFill>
                <a:schemeClr val="tx2">
                  <a:lumMod val="50000"/>
                </a:schemeClr>
              </a:solidFill>
            </a:endParaRPr>
          </a:p>
        </p:txBody>
      </p:sp>
      <p:sp>
        <p:nvSpPr>
          <p:cNvPr id="5" name="Text Placeholder 5">
            <a:extLst>
              <a:ext uri="{FF2B5EF4-FFF2-40B4-BE49-F238E27FC236}">
                <a16:creationId xmlns:a16="http://schemas.microsoft.com/office/drawing/2014/main" id="{B9957783-349D-E62B-DBF2-B332456F774C}"/>
              </a:ext>
            </a:extLst>
          </p:cNvPr>
          <p:cNvSpPr>
            <a:spLocks noGrp="1"/>
          </p:cNvSpPr>
          <p:nvPr>
            <p:ph type="body" sz="quarter" idx="13"/>
          </p:nvPr>
        </p:nvSpPr>
        <p:spPr>
          <a:xfrm>
            <a:off x="1143688" y="540904"/>
            <a:ext cx="5861545" cy="415925"/>
          </a:xfrm>
        </p:spPr>
        <p:txBody>
          <a:body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sp>
        <p:nvSpPr>
          <p:cNvPr id="35" name="Rounded Rectangle 34">
            <a:extLst>
              <a:ext uri="{FF2B5EF4-FFF2-40B4-BE49-F238E27FC236}">
                <a16:creationId xmlns:a16="http://schemas.microsoft.com/office/drawing/2014/main" id="{0AF60723-003E-33A9-7A76-A322021BEC45}"/>
              </a:ext>
            </a:extLst>
          </p:cNvPr>
          <p:cNvSpPr/>
          <p:nvPr/>
        </p:nvSpPr>
        <p:spPr>
          <a:xfrm>
            <a:off x="682040" y="2224815"/>
            <a:ext cx="1920240" cy="1463040"/>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GB" sz="1400" b="1" dirty="0">
                <a:solidFill>
                  <a:schemeClr val="tx2">
                    <a:lumMod val="50000"/>
                  </a:schemeClr>
                </a:solidFill>
                <a:latin typeface="HSE Sans" panose="02000000000000000000" pitchFamily="2" charset="0"/>
              </a:rPr>
              <a:t>Raw Network</a:t>
            </a:r>
          </a:p>
          <a:p>
            <a:pPr algn="ctr"/>
            <a:r>
              <a:rPr lang="en-GB" sz="1400" b="1" dirty="0">
                <a:solidFill>
                  <a:schemeClr val="tx2">
                    <a:lumMod val="50000"/>
                  </a:schemeClr>
                </a:solidFill>
                <a:latin typeface="HSE Sans" panose="02000000000000000000" pitchFamily="2" charset="0"/>
              </a:rPr>
              <a:t>Traffic</a:t>
            </a:r>
          </a:p>
        </p:txBody>
      </p:sp>
      <p:sp>
        <p:nvSpPr>
          <p:cNvPr id="36" name="TextBox 35">
            <a:extLst>
              <a:ext uri="{FF2B5EF4-FFF2-40B4-BE49-F238E27FC236}">
                <a16:creationId xmlns:a16="http://schemas.microsoft.com/office/drawing/2014/main" id="{FA3072B2-EA43-3792-974A-7B398A993C6F}"/>
              </a:ext>
            </a:extLst>
          </p:cNvPr>
          <p:cNvSpPr txBox="1"/>
          <p:nvPr/>
        </p:nvSpPr>
        <p:spPr>
          <a:xfrm>
            <a:off x="682040" y="3733575"/>
            <a:ext cx="1920240" cy="153888"/>
          </a:xfrm>
          <a:prstGeom prst="rect">
            <a:avLst/>
          </a:prstGeom>
          <a:noFill/>
        </p:spPr>
        <p:txBody>
          <a:bodyPr wrap="square" lIns="0" tIns="0" rIns="0" bIns="0" anchor="t">
            <a:spAutoFit/>
          </a:bodyPr>
          <a:lstStyle/>
          <a:p>
            <a:pPr algn="ctr"/>
            <a:r>
              <a:rPr sz="1000" dirty="0">
                <a:solidFill>
                  <a:schemeClr val="bg2">
                    <a:lumMod val="10000"/>
                  </a:schemeClr>
                </a:solidFill>
                <a:latin typeface="HSE Sans" panose="02000000000000000000" pitchFamily="2" charset="0"/>
              </a:rPr>
              <a:t>PCAP/live span</a:t>
            </a:r>
            <a:r>
              <a:rPr lang="en-US" sz="1000" dirty="0">
                <a:solidFill>
                  <a:schemeClr val="bg2">
                    <a:lumMod val="10000"/>
                  </a:schemeClr>
                </a:solidFill>
                <a:latin typeface="HSE Sans" panose="02000000000000000000" pitchFamily="2" charset="0"/>
              </a:rPr>
              <a:t>/TAP</a:t>
            </a:r>
            <a:r>
              <a:rPr sz="1000" dirty="0">
                <a:solidFill>
                  <a:schemeClr val="bg2">
                    <a:lumMod val="10000"/>
                  </a:schemeClr>
                </a:solidFill>
                <a:latin typeface="HSE Sans" panose="02000000000000000000" pitchFamily="2" charset="0"/>
              </a:rPr>
              <a:t> port</a:t>
            </a:r>
          </a:p>
        </p:txBody>
      </p:sp>
      <p:sp>
        <p:nvSpPr>
          <p:cNvPr id="38" name="Rounded Rectangle 37">
            <a:extLst>
              <a:ext uri="{FF2B5EF4-FFF2-40B4-BE49-F238E27FC236}">
                <a16:creationId xmlns:a16="http://schemas.microsoft.com/office/drawing/2014/main" id="{CCFF85FE-9BF8-9D53-58E3-C1F155F24A41}"/>
              </a:ext>
            </a:extLst>
          </p:cNvPr>
          <p:cNvSpPr/>
          <p:nvPr/>
        </p:nvSpPr>
        <p:spPr>
          <a:xfrm>
            <a:off x="2894888" y="2224815"/>
            <a:ext cx="1920240" cy="146304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dirty="0">
                <a:solidFill>
                  <a:schemeClr val="bg1"/>
                </a:solidFill>
                <a:latin typeface="HSE Sans" panose="02000000000000000000" pitchFamily="2" charset="0"/>
              </a:rPr>
              <a:t>Zeek 7.0.4</a:t>
            </a:r>
          </a:p>
        </p:txBody>
      </p:sp>
      <p:sp>
        <p:nvSpPr>
          <p:cNvPr id="39" name="TextBox 38">
            <a:extLst>
              <a:ext uri="{FF2B5EF4-FFF2-40B4-BE49-F238E27FC236}">
                <a16:creationId xmlns:a16="http://schemas.microsoft.com/office/drawing/2014/main" id="{C76256C1-FAD6-7071-2AB6-35816191D34D}"/>
              </a:ext>
            </a:extLst>
          </p:cNvPr>
          <p:cNvSpPr txBox="1"/>
          <p:nvPr/>
        </p:nvSpPr>
        <p:spPr>
          <a:xfrm>
            <a:off x="2894888" y="3733575"/>
            <a:ext cx="1920240" cy="307777"/>
          </a:xfrm>
          <a:prstGeom prst="rect">
            <a:avLst/>
          </a:prstGeom>
          <a:noFill/>
        </p:spPr>
        <p:txBody>
          <a:bodyPr wrap="square" lIns="0" tIns="0" rIns="0" bIns="0" anchor="t">
            <a:spAutoFit/>
          </a:bodyPr>
          <a:lstStyle/>
          <a:p>
            <a:pPr algn="ctr"/>
            <a:r>
              <a:rPr sz="1000" dirty="0" err="1">
                <a:solidFill>
                  <a:schemeClr val="bg2">
                    <a:lumMod val="10000"/>
                  </a:schemeClr>
                </a:solidFill>
                <a:latin typeface="HSE Sans" panose="02000000000000000000" pitchFamily="2" charset="0"/>
              </a:rPr>
              <a:t>conn.log</a:t>
            </a:r>
            <a:endParaRPr sz="1000" dirty="0">
              <a:solidFill>
                <a:schemeClr val="bg2">
                  <a:lumMod val="10000"/>
                </a:schemeClr>
              </a:solidFill>
              <a:latin typeface="HSE Sans" panose="02000000000000000000" pitchFamily="2" charset="0"/>
            </a:endParaRPr>
          </a:p>
          <a:p>
            <a:pPr algn="ctr"/>
            <a:r>
              <a:rPr sz="1000" dirty="0">
                <a:solidFill>
                  <a:schemeClr val="bg2">
                    <a:lumMod val="10000"/>
                  </a:schemeClr>
                </a:solidFill>
                <a:latin typeface="HSE Sans" panose="02000000000000000000" pitchFamily="2" charset="0"/>
              </a:rPr>
              <a:t>12 + 5 features</a:t>
            </a:r>
          </a:p>
        </p:txBody>
      </p:sp>
      <p:sp>
        <p:nvSpPr>
          <p:cNvPr id="41" name="Rounded Rectangle 40">
            <a:extLst>
              <a:ext uri="{FF2B5EF4-FFF2-40B4-BE49-F238E27FC236}">
                <a16:creationId xmlns:a16="http://schemas.microsoft.com/office/drawing/2014/main" id="{990DF9AA-99CE-6D2D-9A94-9E0868C6E4E0}"/>
              </a:ext>
            </a:extLst>
          </p:cNvPr>
          <p:cNvSpPr/>
          <p:nvPr/>
        </p:nvSpPr>
        <p:spPr>
          <a:xfrm>
            <a:off x="5107736" y="2224815"/>
            <a:ext cx="1920240" cy="1463040"/>
          </a:xfrm>
          <a:prstGeom prst="round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dirty="0">
                <a:solidFill>
                  <a:schemeClr val="bg1"/>
                </a:solidFill>
                <a:latin typeface="HSE Sans" panose="02000000000000000000" pitchFamily="2" charset="0"/>
              </a:rPr>
              <a:t>Kafka</a:t>
            </a:r>
          </a:p>
        </p:txBody>
      </p:sp>
      <p:sp>
        <p:nvSpPr>
          <p:cNvPr id="42" name="TextBox 41">
            <a:extLst>
              <a:ext uri="{FF2B5EF4-FFF2-40B4-BE49-F238E27FC236}">
                <a16:creationId xmlns:a16="http://schemas.microsoft.com/office/drawing/2014/main" id="{CFD74BD7-0525-8FF6-ACDC-2D60A64302EB}"/>
              </a:ext>
            </a:extLst>
          </p:cNvPr>
          <p:cNvSpPr txBox="1"/>
          <p:nvPr/>
        </p:nvSpPr>
        <p:spPr>
          <a:xfrm>
            <a:off x="5107736" y="3733575"/>
            <a:ext cx="1920240" cy="307777"/>
          </a:xfrm>
          <a:prstGeom prst="rect">
            <a:avLst/>
          </a:prstGeom>
          <a:noFill/>
        </p:spPr>
        <p:txBody>
          <a:bodyPr wrap="square" lIns="0" tIns="0" rIns="0" bIns="0" anchor="t">
            <a:spAutoFit/>
          </a:bodyPr>
          <a:lstStyle/>
          <a:p>
            <a:pPr algn="ctr"/>
            <a:r>
              <a:rPr sz="1000" dirty="0" err="1">
                <a:solidFill>
                  <a:schemeClr val="bg2">
                    <a:lumMod val="10000"/>
                  </a:schemeClr>
                </a:solidFill>
                <a:latin typeface="HSE Sans" panose="02000000000000000000" pitchFamily="2" charset="0"/>
              </a:rPr>
              <a:t>linger.ms</a:t>
            </a:r>
            <a:r>
              <a:rPr sz="1000" dirty="0">
                <a:solidFill>
                  <a:schemeClr val="bg2">
                    <a:lumMod val="10000"/>
                  </a:schemeClr>
                </a:solidFill>
                <a:latin typeface="HSE Sans" panose="02000000000000000000" pitchFamily="2" charset="0"/>
              </a:rPr>
              <a:t> = 100</a:t>
            </a:r>
          </a:p>
          <a:p>
            <a:pPr algn="ctr"/>
            <a:r>
              <a:rPr sz="1000" dirty="0">
                <a:solidFill>
                  <a:schemeClr val="bg2">
                    <a:lumMod val="10000"/>
                  </a:schemeClr>
                </a:solidFill>
                <a:latin typeface="HSE Sans" panose="02000000000000000000" pitchFamily="2" charset="0"/>
              </a:rPr>
              <a:t>batch = 1000</a:t>
            </a:r>
          </a:p>
        </p:txBody>
      </p:sp>
      <p:sp>
        <p:nvSpPr>
          <p:cNvPr id="44" name="Rounded Rectangle 43">
            <a:extLst>
              <a:ext uri="{FF2B5EF4-FFF2-40B4-BE49-F238E27FC236}">
                <a16:creationId xmlns:a16="http://schemas.microsoft.com/office/drawing/2014/main" id="{DD240873-1E34-B472-07C0-6DD31255535E}"/>
              </a:ext>
            </a:extLst>
          </p:cNvPr>
          <p:cNvSpPr/>
          <p:nvPr/>
        </p:nvSpPr>
        <p:spPr>
          <a:xfrm>
            <a:off x="7320584" y="2224815"/>
            <a:ext cx="1920240" cy="1463040"/>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dirty="0">
                <a:solidFill>
                  <a:schemeClr val="bg1"/>
                </a:solidFill>
                <a:latin typeface="HSE Sans" panose="02000000000000000000" pitchFamily="2" charset="0"/>
              </a:rPr>
              <a:t>Spark Structured</a:t>
            </a:r>
          </a:p>
          <a:p>
            <a:pPr algn="ctr"/>
            <a:r>
              <a:rPr sz="1400" b="1" dirty="0">
                <a:solidFill>
                  <a:schemeClr val="bg1"/>
                </a:solidFill>
                <a:latin typeface="HSE Sans" panose="02000000000000000000" pitchFamily="2" charset="0"/>
              </a:rPr>
              <a:t>Streaming</a:t>
            </a:r>
          </a:p>
        </p:txBody>
      </p:sp>
      <p:sp>
        <p:nvSpPr>
          <p:cNvPr id="45" name="TextBox 44">
            <a:extLst>
              <a:ext uri="{FF2B5EF4-FFF2-40B4-BE49-F238E27FC236}">
                <a16:creationId xmlns:a16="http://schemas.microsoft.com/office/drawing/2014/main" id="{C1BA30E5-D268-0751-BB0B-12CE9D677476}"/>
              </a:ext>
            </a:extLst>
          </p:cNvPr>
          <p:cNvSpPr txBox="1"/>
          <p:nvPr/>
        </p:nvSpPr>
        <p:spPr>
          <a:xfrm>
            <a:off x="7320584" y="3733575"/>
            <a:ext cx="1920240" cy="307777"/>
          </a:xfrm>
          <a:prstGeom prst="rect">
            <a:avLst/>
          </a:prstGeom>
          <a:noFill/>
        </p:spPr>
        <p:txBody>
          <a:bodyPr wrap="square" lIns="0" tIns="0" rIns="0" bIns="0" anchor="t">
            <a:spAutoFit/>
          </a:bodyPr>
          <a:lstStyle/>
          <a:p>
            <a:pPr algn="ctr"/>
            <a:r>
              <a:rPr sz="1000" dirty="0">
                <a:solidFill>
                  <a:schemeClr val="bg2">
                    <a:lumMod val="10000"/>
                  </a:schemeClr>
                </a:solidFill>
                <a:latin typeface="HSE Sans" panose="02000000000000000000" pitchFamily="2" charset="0"/>
              </a:rPr>
              <a:t>trigger = 1 s</a:t>
            </a:r>
          </a:p>
          <a:p>
            <a:pPr algn="ctr"/>
            <a:r>
              <a:rPr sz="1000" dirty="0">
                <a:solidFill>
                  <a:schemeClr val="bg2">
                    <a:lumMod val="10000"/>
                  </a:schemeClr>
                </a:solidFill>
                <a:latin typeface="HSE Sans" panose="02000000000000000000" pitchFamily="2" charset="0"/>
              </a:rPr>
              <a:t>max-offsets = 10 000</a:t>
            </a:r>
          </a:p>
        </p:txBody>
      </p:sp>
      <p:sp>
        <p:nvSpPr>
          <p:cNvPr id="47" name="Rounded Rectangle 46">
            <a:extLst>
              <a:ext uri="{FF2B5EF4-FFF2-40B4-BE49-F238E27FC236}">
                <a16:creationId xmlns:a16="http://schemas.microsoft.com/office/drawing/2014/main" id="{06297D94-501F-A5BE-39D2-A0E8C1BC3D0A}"/>
              </a:ext>
            </a:extLst>
          </p:cNvPr>
          <p:cNvSpPr/>
          <p:nvPr/>
        </p:nvSpPr>
        <p:spPr>
          <a:xfrm>
            <a:off x="9533432" y="2224815"/>
            <a:ext cx="1920240" cy="1463040"/>
          </a:xfrm>
          <a:prstGeom prst="round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US" sz="1400" b="1" dirty="0">
                <a:solidFill>
                  <a:schemeClr val="bg1"/>
                </a:solidFill>
                <a:latin typeface="HSE Sans" panose="02000000000000000000" pitchFamily="2" charset="0"/>
              </a:rPr>
              <a:t>Consumer</a:t>
            </a:r>
            <a:endParaRPr sz="1400" b="1" dirty="0">
              <a:solidFill>
                <a:schemeClr val="bg1"/>
              </a:solidFill>
              <a:latin typeface="HSE Sans" panose="02000000000000000000" pitchFamily="2" charset="0"/>
            </a:endParaRPr>
          </a:p>
        </p:txBody>
      </p:sp>
      <p:sp>
        <p:nvSpPr>
          <p:cNvPr id="48" name="TextBox 47">
            <a:extLst>
              <a:ext uri="{FF2B5EF4-FFF2-40B4-BE49-F238E27FC236}">
                <a16:creationId xmlns:a16="http://schemas.microsoft.com/office/drawing/2014/main" id="{D572BEF4-5ADA-9385-57BF-AB99F1D81D37}"/>
              </a:ext>
            </a:extLst>
          </p:cNvPr>
          <p:cNvSpPr txBox="1"/>
          <p:nvPr/>
        </p:nvSpPr>
        <p:spPr>
          <a:xfrm>
            <a:off x="9533432" y="3733575"/>
            <a:ext cx="1920240" cy="153888"/>
          </a:xfrm>
          <a:prstGeom prst="rect">
            <a:avLst/>
          </a:prstGeom>
          <a:noFill/>
        </p:spPr>
        <p:txBody>
          <a:bodyPr wrap="square" lIns="0" tIns="0" rIns="0" bIns="0" anchor="t">
            <a:spAutoFit/>
          </a:bodyPr>
          <a:lstStyle/>
          <a:p>
            <a:pPr algn="ctr"/>
            <a:r>
              <a:rPr sz="1000" dirty="0" err="1">
                <a:solidFill>
                  <a:schemeClr val="bg2">
                    <a:lumMod val="10000"/>
                  </a:schemeClr>
                </a:solidFill>
                <a:latin typeface="HSE Sans" panose="02000000000000000000" pitchFamily="2" charset="0"/>
              </a:rPr>
              <a:t>XGBoost</a:t>
            </a:r>
            <a:r>
              <a:rPr sz="1000" dirty="0">
                <a:solidFill>
                  <a:schemeClr val="bg2">
                    <a:lumMod val="10000"/>
                  </a:schemeClr>
                </a:solidFill>
                <a:latin typeface="HSE Sans" panose="02000000000000000000" pitchFamily="2" charset="0"/>
              </a:rPr>
              <a:t> + rule engine</a:t>
            </a:r>
          </a:p>
        </p:txBody>
      </p:sp>
      <p:sp>
        <p:nvSpPr>
          <p:cNvPr id="49" name="Right Arrow 48">
            <a:extLst>
              <a:ext uri="{FF2B5EF4-FFF2-40B4-BE49-F238E27FC236}">
                <a16:creationId xmlns:a16="http://schemas.microsoft.com/office/drawing/2014/main" id="{03906FD5-C4FA-AA40-DF4B-84FFDA2B3FCB}"/>
              </a:ext>
            </a:extLst>
          </p:cNvPr>
          <p:cNvSpPr/>
          <p:nvPr/>
        </p:nvSpPr>
        <p:spPr>
          <a:xfrm>
            <a:off x="2598333" y="2910830"/>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0" name="Right Arrow 49">
            <a:extLst>
              <a:ext uri="{FF2B5EF4-FFF2-40B4-BE49-F238E27FC236}">
                <a16:creationId xmlns:a16="http://schemas.microsoft.com/office/drawing/2014/main" id="{54109109-B543-8E56-96E4-2B176C76CA3C}"/>
              </a:ext>
            </a:extLst>
          </p:cNvPr>
          <p:cNvSpPr/>
          <p:nvPr/>
        </p:nvSpPr>
        <p:spPr>
          <a:xfrm>
            <a:off x="4815128" y="2897006"/>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1" name="Right Arrow 50">
            <a:extLst>
              <a:ext uri="{FF2B5EF4-FFF2-40B4-BE49-F238E27FC236}">
                <a16:creationId xmlns:a16="http://schemas.microsoft.com/office/drawing/2014/main" id="{96E5A4F5-673B-6CDB-5A94-78C1900749FB}"/>
              </a:ext>
            </a:extLst>
          </p:cNvPr>
          <p:cNvSpPr/>
          <p:nvPr/>
        </p:nvSpPr>
        <p:spPr>
          <a:xfrm>
            <a:off x="7027976" y="2900374"/>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3" name="Right Arrow 52">
            <a:extLst>
              <a:ext uri="{FF2B5EF4-FFF2-40B4-BE49-F238E27FC236}">
                <a16:creationId xmlns:a16="http://schemas.microsoft.com/office/drawing/2014/main" id="{EACAD70E-2AD8-E78E-154A-9549702D28B6}"/>
              </a:ext>
            </a:extLst>
          </p:cNvPr>
          <p:cNvSpPr/>
          <p:nvPr/>
        </p:nvSpPr>
        <p:spPr>
          <a:xfrm>
            <a:off x="9240824" y="2919866"/>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5" name="Rectangle 54">
            <a:extLst>
              <a:ext uri="{FF2B5EF4-FFF2-40B4-BE49-F238E27FC236}">
                <a16:creationId xmlns:a16="http://schemas.microsoft.com/office/drawing/2014/main" id="{868E7A91-CF83-59E0-3F74-C453C5B393A8}"/>
              </a:ext>
            </a:extLst>
          </p:cNvPr>
          <p:cNvSpPr/>
          <p:nvPr/>
        </p:nvSpPr>
        <p:spPr>
          <a:xfrm>
            <a:off x="5107736" y="4464880"/>
            <a:ext cx="1920240" cy="5029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HSE Sans" panose="02000000000000000000" pitchFamily="2" charset="0"/>
            </a:endParaRPr>
          </a:p>
        </p:txBody>
      </p:sp>
      <p:sp>
        <p:nvSpPr>
          <p:cNvPr id="56" name="TextBox 55">
            <a:extLst>
              <a:ext uri="{FF2B5EF4-FFF2-40B4-BE49-F238E27FC236}">
                <a16:creationId xmlns:a16="http://schemas.microsoft.com/office/drawing/2014/main" id="{A6A51B94-DBD4-2FB8-06F5-D468A4793FA0}"/>
              </a:ext>
            </a:extLst>
          </p:cNvPr>
          <p:cNvSpPr txBox="1"/>
          <p:nvPr/>
        </p:nvSpPr>
        <p:spPr>
          <a:xfrm>
            <a:off x="5107736" y="4608618"/>
            <a:ext cx="1920240" cy="215444"/>
          </a:xfrm>
          <a:prstGeom prst="rect">
            <a:avLst/>
          </a:prstGeom>
          <a:noFill/>
        </p:spPr>
        <p:txBody>
          <a:bodyPr wrap="square" lIns="0" tIns="0" rIns="0" bIns="0" anchor="ctr">
            <a:spAutoFit/>
          </a:bodyPr>
          <a:lstStyle/>
          <a:p>
            <a:pPr algn="ctr"/>
            <a:r>
              <a:rPr sz="1400" b="1" i="0" dirty="0">
                <a:solidFill>
                  <a:schemeClr val="bg1"/>
                </a:solidFill>
                <a:latin typeface="HSE Sans" panose="02000000000000000000" pitchFamily="2" charset="0"/>
              </a:rPr>
              <a:t>Alert / log</a:t>
            </a:r>
          </a:p>
        </p:txBody>
      </p:sp>
      <p:sp>
        <p:nvSpPr>
          <p:cNvPr id="57" name="TextBox 56">
            <a:extLst>
              <a:ext uri="{FF2B5EF4-FFF2-40B4-BE49-F238E27FC236}">
                <a16:creationId xmlns:a16="http://schemas.microsoft.com/office/drawing/2014/main" id="{FCB4631A-1790-CC51-4AFE-95EC9B700A4D}"/>
              </a:ext>
            </a:extLst>
          </p:cNvPr>
          <p:cNvSpPr txBox="1"/>
          <p:nvPr/>
        </p:nvSpPr>
        <p:spPr>
          <a:xfrm>
            <a:off x="682039" y="5410210"/>
            <a:ext cx="9786907" cy="738664"/>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chemeClr val="bg2">
                    <a:lumMod val="10000"/>
                  </a:schemeClr>
                </a:solidFill>
                <a:latin typeface="HSE Sans" panose="02000000000000000000" pitchFamily="2" charset="0"/>
              </a:rPr>
              <a:t>Single feature extractor (Zeek) for both training and live inference — no train/inference distribution shift.</a:t>
            </a:r>
          </a:p>
          <a:p>
            <a:pPr marL="285750" indent="-285750">
              <a:buFont typeface="Arial" panose="020B0604020202020204" pitchFamily="34" charset="0"/>
              <a:buChar char="•"/>
            </a:pPr>
            <a:r>
              <a:rPr lang="en-GB" sz="1400" dirty="0">
                <a:solidFill>
                  <a:schemeClr val="bg2">
                    <a:lumMod val="10000"/>
                  </a:schemeClr>
                </a:solidFill>
                <a:latin typeface="HSE Sans" panose="02000000000000000000" pitchFamily="2" charset="0"/>
              </a:rPr>
              <a:t>All components run on commodity hardware (two-server lab: Intel Xeon, 64 GB RAM each); deployable in Docker</a:t>
            </a:r>
          </a:p>
          <a:p>
            <a:pPr marL="285750" indent="-285750" algn="l">
              <a:buFont typeface="Arial" panose="020B0604020202020204" pitchFamily="34" charset="0"/>
              <a:buChar char="•"/>
            </a:pPr>
            <a:endParaRPr lang="en-RU" sz="1400" dirty="0">
              <a:solidFill>
                <a:schemeClr val="bg2">
                  <a:lumMod val="10000"/>
                </a:schemeClr>
              </a:solidFill>
              <a:latin typeface="HSE Sans" panose="02000000000000000000" pitchFamily="2" charset="0"/>
            </a:endParaRPr>
          </a:p>
        </p:txBody>
      </p:sp>
      <p:cxnSp>
        <p:nvCxnSpPr>
          <p:cNvPr id="64" name="Elbow Connector 63">
            <a:extLst>
              <a:ext uri="{FF2B5EF4-FFF2-40B4-BE49-F238E27FC236}">
                <a16:creationId xmlns:a16="http://schemas.microsoft.com/office/drawing/2014/main" id="{09B3112D-FD59-3919-2665-211D4C2044DA}"/>
              </a:ext>
            </a:extLst>
          </p:cNvPr>
          <p:cNvCxnSpPr>
            <a:cxnSpLocks/>
            <a:stCxn id="47" idx="3"/>
            <a:endCxn id="55" idx="0"/>
          </p:cNvCxnSpPr>
          <p:nvPr/>
        </p:nvCxnSpPr>
        <p:spPr>
          <a:xfrm flipH="1">
            <a:off x="6067856" y="2956335"/>
            <a:ext cx="5385816" cy="1508545"/>
          </a:xfrm>
          <a:prstGeom prst="bentConnector4">
            <a:avLst>
              <a:gd name="adj1" fmla="val -4244"/>
              <a:gd name="adj2" fmla="val 83524"/>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400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E95BA-9DD9-D2A0-D573-1185C38B8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06F2D-3A14-D3EE-F997-CAA2AE764077}"/>
              </a:ext>
            </a:extLst>
          </p:cNvPr>
          <p:cNvSpPr>
            <a:spLocks noGrp="1"/>
          </p:cNvSpPr>
          <p:nvPr>
            <p:ph type="title"/>
          </p:nvPr>
        </p:nvSpPr>
        <p:spPr/>
        <p:txBody>
          <a:bodyPr/>
          <a:lstStyle/>
          <a:p>
            <a:r>
              <a:rPr lang="en-GB" dirty="0">
                <a:solidFill>
                  <a:schemeClr val="tx2">
                    <a:lumMod val="50000"/>
                  </a:schemeClr>
                </a:solidFill>
              </a:rPr>
              <a:t>Journey from raw Traffic to live Alerts</a:t>
            </a:r>
            <a:endParaRPr lang="en-RU" dirty="0">
              <a:solidFill>
                <a:schemeClr val="tx2">
                  <a:lumMod val="50000"/>
                </a:schemeClr>
              </a:solidFill>
            </a:endParaRPr>
          </a:p>
        </p:txBody>
      </p:sp>
      <p:sp>
        <p:nvSpPr>
          <p:cNvPr id="5" name="Text Placeholder 5">
            <a:extLst>
              <a:ext uri="{FF2B5EF4-FFF2-40B4-BE49-F238E27FC236}">
                <a16:creationId xmlns:a16="http://schemas.microsoft.com/office/drawing/2014/main" id="{A2CEBE9E-9FD3-1B99-D2EA-F2BA6A274136}"/>
              </a:ext>
            </a:extLst>
          </p:cNvPr>
          <p:cNvSpPr>
            <a:spLocks noGrp="1"/>
          </p:cNvSpPr>
          <p:nvPr>
            <p:ph type="body" sz="quarter" idx="13"/>
          </p:nvPr>
        </p:nvSpPr>
        <p:spPr>
          <a:xfrm>
            <a:off x="1143688" y="540904"/>
            <a:ext cx="5861545" cy="415925"/>
          </a:xfrm>
        </p:spPr>
        <p:txBody>
          <a:body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sp>
        <p:nvSpPr>
          <p:cNvPr id="35" name="Rounded Rectangle 34">
            <a:extLst>
              <a:ext uri="{FF2B5EF4-FFF2-40B4-BE49-F238E27FC236}">
                <a16:creationId xmlns:a16="http://schemas.microsoft.com/office/drawing/2014/main" id="{90126F16-A0DB-2D72-69F4-8F4E2F30B241}"/>
              </a:ext>
            </a:extLst>
          </p:cNvPr>
          <p:cNvSpPr/>
          <p:nvPr/>
        </p:nvSpPr>
        <p:spPr>
          <a:xfrm>
            <a:off x="682040" y="2224815"/>
            <a:ext cx="1920240" cy="1463040"/>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GB" sz="1400" b="1" dirty="0">
                <a:solidFill>
                  <a:schemeClr val="tx2">
                    <a:lumMod val="50000"/>
                  </a:schemeClr>
                </a:solidFill>
                <a:latin typeface="HSE Sans" panose="02000000000000000000" pitchFamily="2" charset="0"/>
              </a:rPr>
              <a:t>Raw Network</a:t>
            </a:r>
          </a:p>
          <a:p>
            <a:pPr algn="ctr"/>
            <a:r>
              <a:rPr lang="en-GB" sz="1400" b="1" dirty="0">
                <a:solidFill>
                  <a:schemeClr val="tx2">
                    <a:lumMod val="50000"/>
                  </a:schemeClr>
                </a:solidFill>
                <a:latin typeface="HSE Sans" panose="02000000000000000000" pitchFamily="2" charset="0"/>
              </a:rPr>
              <a:t>Traffic</a:t>
            </a:r>
          </a:p>
        </p:txBody>
      </p:sp>
      <p:sp>
        <p:nvSpPr>
          <p:cNvPr id="36" name="TextBox 35">
            <a:extLst>
              <a:ext uri="{FF2B5EF4-FFF2-40B4-BE49-F238E27FC236}">
                <a16:creationId xmlns:a16="http://schemas.microsoft.com/office/drawing/2014/main" id="{F1899979-3D3E-892C-8919-6BE0858EE063}"/>
              </a:ext>
            </a:extLst>
          </p:cNvPr>
          <p:cNvSpPr txBox="1"/>
          <p:nvPr/>
        </p:nvSpPr>
        <p:spPr>
          <a:xfrm>
            <a:off x="682040" y="3733575"/>
            <a:ext cx="1920240" cy="153888"/>
          </a:xfrm>
          <a:prstGeom prst="rect">
            <a:avLst/>
          </a:prstGeom>
          <a:noFill/>
        </p:spPr>
        <p:txBody>
          <a:bodyPr wrap="square" lIns="0" tIns="0" rIns="0" bIns="0" anchor="t">
            <a:spAutoFit/>
          </a:bodyPr>
          <a:lstStyle/>
          <a:p>
            <a:pPr algn="ctr"/>
            <a:r>
              <a:rPr sz="1000" dirty="0">
                <a:solidFill>
                  <a:schemeClr val="bg2">
                    <a:lumMod val="10000"/>
                  </a:schemeClr>
                </a:solidFill>
                <a:latin typeface="HSE Sans" panose="02000000000000000000" pitchFamily="2" charset="0"/>
              </a:rPr>
              <a:t>PCAP/live span</a:t>
            </a:r>
            <a:r>
              <a:rPr lang="en-US" sz="1000" dirty="0">
                <a:solidFill>
                  <a:schemeClr val="bg2">
                    <a:lumMod val="10000"/>
                  </a:schemeClr>
                </a:solidFill>
                <a:latin typeface="HSE Sans" panose="02000000000000000000" pitchFamily="2" charset="0"/>
              </a:rPr>
              <a:t>/TAP</a:t>
            </a:r>
            <a:r>
              <a:rPr sz="1000" dirty="0">
                <a:solidFill>
                  <a:schemeClr val="bg2">
                    <a:lumMod val="10000"/>
                  </a:schemeClr>
                </a:solidFill>
                <a:latin typeface="HSE Sans" panose="02000000000000000000" pitchFamily="2" charset="0"/>
              </a:rPr>
              <a:t> port</a:t>
            </a:r>
          </a:p>
        </p:txBody>
      </p:sp>
      <p:sp>
        <p:nvSpPr>
          <p:cNvPr id="38" name="Rounded Rectangle 37">
            <a:extLst>
              <a:ext uri="{FF2B5EF4-FFF2-40B4-BE49-F238E27FC236}">
                <a16:creationId xmlns:a16="http://schemas.microsoft.com/office/drawing/2014/main" id="{4D17EC55-DB44-13FD-A963-672FDA9C6D14}"/>
              </a:ext>
            </a:extLst>
          </p:cNvPr>
          <p:cNvSpPr/>
          <p:nvPr/>
        </p:nvSpPr>
        <p:spPr>
          <a:xfrm>
            <a:off x="2894888" y="2224815"/>
            <a:ext cx="1920240" cy="146304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dirty="0">
                <a:solidFill>
                  <a:schemeClr val="bg1"/>
                </a:solidFill>
                <a:latin typeface="HSE Sans" panose="02000000000000000000" pitchFamily="2" charset="0"/>
              </a:rPr>
              <a:t>Zeek 7.0.4</a:t>
            </a:r>
          </a:p>
        </p:txBody>
      </p:sp>
      <p:sp>
        <p:nvSpPr>
          <p:cNvPr id="39" name="TextBox 38">
            <a:extLst>
              <a:ext uri="{FF2B5EF4-FFF2-40B4-BE49-F238E27FC236}">
                <a16:creationId xmlns:a16="http://schemas.microsoft.com/office/drawing/2014/main" id="{5A6AD7B3-99E9-7DCE-6911-226DBFAEDFDC}"/>
              </a:ext>
            </a:extLst>
          </p:cNvPr>
          <p:cNvSpPr txBox="1"/>
          <p:nvPr/>
        </p:nvSpPr>
        <p:spPr>
          <a:xfrm>
            <a:off x="2894888" y="3733575"/>
            <a:ext cx="1920240" cy="307777"/>
          </a:xfrm>
          <a:prstGeom prst="rect">
            <a:avLst/>
          </a:prstGeom>
          <a:noFill/>
        </p:spPr>
        <p:txBody>
          <a:bodyPr wrap="square" lIns="0" tIns="0" rIns="0" bIns="0" anchor="t">
            <a:spAutoFit/>
          </a:bodyPr>
          <a:lstStyle/>
          <a:p>
            <a:pPr algn="ctr"/>
            <a:r>
              <a:rPr sz="1000" dirty="0" err="1">
                <a:solidFill>
                  <a:schemeClr val="bg2">
                    <a:lumMod val="10000"/>
                  </a:schemeClr>
                </a:solidFill>
                <a:latin typeface="HSE Sans" panose="02000000000000000000" pitchFamily="2" charset="0"/>
              </a:rPr>
              <a:t>conn.log</a:t>
            </a:r>
            <a:endParaRPr sz="1000" dirty="0">
              <a:solidFill>
                <a:schemeClr val="bg2">
                  <a:lumMod val="10000"/>
                </a:schemeClr>
              </a:solidFill>
              <a:latin typeface="HSE Sans" panose="02000000000000000000" pitchFamily="2" charset="0"/>
            </a:endParaRPr>
          </a:p>
          <a:p>
            <a:pPr algn="ctr"/>
            <a:r>
              <a:rPr sz="1000" dirty="0">
                <a:solidFill>
                  <a:schemeClr val="bg2">
                    <a:lumMod val="10000"/>
                  </a:schemeClr>
                </a:solidFill>
                <a:latin typeface="HSE Sans" panose="02000000000000000000" pitchFamily="2" charset="0"/>
              </a:rPr>
              <a:t>12 + 5 features</a:t>
            </a:r>
          </a:p>
        </p:txBody>
      </p:sp>
      <p:sp>
        <p:nvSpPr>
          <p:cNvPr id="41" name="Rounded Rectangle 40">
            <a:extLst>
              <a:ext uri="{FF2B5EF4-FFF2-40B4-BE49-F238E27FC236}">
                <a16:creationId xmlns:a16="http://schemas.microsoft.com/office/drawing/2014/main" id="{BD1C166C-0C72-F251-8B7C-1736FF0966EC}"/>
              </a:ext>
            </a:extLst>
          </p:cNvPr>
          <p:cNvSpPr/>
          <p:nvPr/>
        </p:nvSpPr>
        <p:spPr>
          <a:xfrm>
            <a:off x="5107736" y="2224815"/>
            <a:ext cx="1920240" cy="1463040"/>
          </a:xfrm>
          <a:prstGeom prst="round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dirty="0">
                <a:solidFill>
                  <a:schemeClr val="bg1"/>
                </a:solidFill>
                <a:latin typeface="HSE Sans" panose="02000000000000000000" pitchFamily="2" charset="0"/>
              </a:rPr>
              <a:t>Kafka</a:t>
            </a:r>
          </a:p>
        </p:txBody>
      </p:sp>
      <p:sp>
        <p:nvSpPr>
          <p:cNvPr id="42" name="TextBox 41">
            <a:extLst>
              <a:ext uri="{FF2B5EF4-FFF2-40B4-BE49-F238E27FC236}">
                <a16:creationId xmlns:a16="http://schemas.microsoft.com/office/drawing/2014/main" id="{443BB9BB-A7CE-5356-3845-952E77359597}"/>
              </a:ext>
            </a:extLst>
          </p:cNvPr>
          <p:cNvSpPr txBox="1"/>
          <p:nvPr/>
        </p:nvSpPr>
        <p:spPr>
          <a:xfrm>
            <a:off x="5107736" y="3733575"/>
            <a:ext cx="1920240" cy="307777"/>
          </a:xfrm>
          <a:prstGeom prst="rect">
            <a:avLst/>
          </a:prstGeom>
          <a:noFill/>
        </p:spPr>
        <p:txBody>
          <a:bodyPr wrap="square" lIns="0" tIns="0" rIns="0" bIns="0" anchor="t">
            <a:spAutoFit/>
          </a:bodyPr>
          <a:lstStyle/>
          <a:p>
            <a:pPr algn="ctr"/>
            <a:r>
              <a:rPr sz="1000" dirty="0" err="1">
                <a:solidFill>
                  <a:schemeClr val="bg2">
                    <a:lumMod val="10000"/>
                  </a:schemeClr>
                </a:solidFill>
                <a:latin typeface="HSE Sans" panose="02000000000000000000" pitchFamily="2" charset="0"/>
              </a:rPr>
              <a:t>linger.ms</a:t>
            </a:r>
            <a:r>
              <a:rPr sz="1000" dirty="0">
                <a:solidFill>
                  <a:schemeClr val="bg2">
                    <a:lumMod val="10000"/>
                  </a:schemeClr>
                </a:solidFill>
                <a:latin typeface="HSE Sans" panose="02000000000000000000" pitchFamily="2" charset="0"/>
              </a:rPr>
              <a:t> = 100</a:t>
            </a:r>
          </a:p>
          <a:p>
            <a:pPr algn="ctr"/>
            <a:r>
              <a:rPr sz="1000" dirty="0">
                <a:solidFill>
                  <a:schemeClr val="bg2">
                    <a:lumMod val="10000"/>
                  </a:schemeClr>
                </a:solidFill>
                <a:latin typeface="HSE Sans" panose="02000000000000000000" pitchFamily="2" charset="0"/>
              </a:rPr>
              <a:t>batch = 1000</a:t>
            </a:r>
          </a:p>
        </p:txBody>
      </p:sp>
      <p:sp>
        <p:nvSpPr>
          <p:cNvPr id="44" name="Rounded Rectangle 43">
            <a:extLst>
              <a:ext uri="{FF2B5EF4-FFF2-40B4-BE49-F238E27FC236}">
                <a16:creationId xmlns:a16="http://schemas.microsoft.com/office/drawing/2014/main" id="{61D18CB6-0093-DA97-0CF7-05E0EF1878BB}"/>
              </a:ext>
            </a:extLst>
          </p:cNvPr>
          <p:cNvSpPr/>
          <p:nvPr/>
        </p:nvSpPr>
        <p:spPr>
          <a:xfrm>
            <a:off x="7320584" y="2224815"/>
            <a:ext cx="1920240" cy="1463040"/>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dirty="0">
                <a:solidFill>
                  <a:schemeClr val="bg1"/>
                </a:solidFill>
                <a:latin typeface="HSE Sans" panose="02000000000000000000" pitchFamily="2" charset="0"/>
              </a:rPr>
              <a:t>Spark Structured</a:t>
            </a:r>
          </a:p>
          <a:p>
            <a:pPr algn="ctr"/>
            <a:r>
              <a:rPr sz="1400" b="1" dirty="0">
                <a:solidFill>
                  <a:schemeClr val="bg1"/>
                </a:solidFill>
                <a:latin typeface="HSE Sans" panose="02000000000000000000" pitchFamily="2" charset="0"/>
              </a:rPr>
              <a:t>Streaming</a:t>
            </a:r>
          </a:p>
        </p:txBody>
      </p:sp>
      <p:sp>
        <p:nvSpPr>
          <p:cNvPr id="45" name="TextBox 44">
            <a:extLst>
              <a:ext uri="{FF2B5EF4-FFF2-40B4-BE49-F238E27FC236}">
                <a16:creationId xmlns:a16="http://schemas.microsoft.com/office/drawing/2014/main" id="{192910F2-C71A-65BB-8F3C-D43753847A8B}"/>
              </a:ext>
            </a:extLst>
          </p:cNvPr>
          <p:cNvSpPr txBox="1"/>
          <p:nvPr/>
        </p:nvSpPr>
        <p:spPr>
          <a:xfrm>
            <a:off x="7320584" y="3733575"/>
            <a:ext cx="1920240" cy="307777"/>
          </a:xfrm>
          <a:prstGeom prst="rect">
            <a:avLst/>
          </a:prstGeom>
          <a:noFill/>
        </p:spPr>
        <p:txBody>
          <a:bodyPr wrap="square" lIns="0" tIns="0" rIns="0" bIns="0" anchor="t">
            <a:spAutoFit/>
          </a:bodyPr>
          <a:lstStyle/>
          <a:p>
            <a:pPr algn="ctr"/>
            <a:r>
              <a:rPr sz="1000" dirty="0">
                <a:solidFill>
                  <a:schemeClr val="bg2">
                    <a:lumMod val="10000"/>
                  </a:schemeClr>
                </a:solidFill>
                <a:latin typeface="HSE Sans" panose="02000000000000000000" pitchFamily="2" charset="0"/>
              </a:rPr>
              <a:t>trigger = 1 s</a:t>
            </a:r>
          </a:p>
          <a:p>
            <a:pPr algn="ctr"/>
            <a:r>
              <a:rPr sz="1000" dirty="0">
                <a:solidFill>
                  <a:schemeClr val="bg2">
                    <a:lumMod val="10000"/>
                  </a:schemeClr>
                </a:solidFill>
                <a:latin typeface="HSE Sans" panose="02000000000000000000" pitchFamily="2" charset="0"/>
              </a:rPr>
              <a:t>max-offsets = 10 000</a:t>
            </a:r>
          </a:p>
        </p:txBody>
      </p:sp>
      <p:sp>
        <p:nvSpPr>
          <p:cNvPr id="47" name="Rounded Rectangle 46">
            <a:extLst>
              <a:ext uri="{FF2B5EF4-FFF2-40B4-BE49-F238E27FC236}">
                <a16:creationId xmlns:a16="http://schemas.microsoft.com/office/drawing/2014/main" id="{56FD843A-A7B5-B460-95D5-0BC9FDCA3BFB}"/>
              </a:ext>
            </a:extLst>
          </p:cNvPr>
          <p:cNvSpPr/>
          <p:nvPr/>
        </p:nvSpPr>
        <p:spPr>
          <a:xfrm>
            <a:off x="9533432" y="2224815"/>
            <a:ext cx="1920240" cy="1463040"/>
          </a:xfrm>
          <a:prstGeom prst="round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US" sz="1400" b="1" dirty="0">
                <a:solidFill>
                  <a:schemeClr val="bg1"/>
                </a:solidFill>
                <a:latin typeface="HSE Sans" panose="02000000000000000000" pitchFamily="2" charset="0"/>
              </a:rPr>
              <a:t>Consumer</a:t>
            </a:r>
            <a:endParaRPr sz="1400" b="1" dirty="0">
              <a:solidFill>
                <a:schemeClr val="bg1"/>
              </a:solidFill>
              <a:latin typeface="HSE Sans" panose="02000000000000000000" pitchFamily="2" charset="0"/>
            </a:endParaRPr>
          </a:p>
        </p:txBody>
      </p:sp>
      <p:sp>
        <p:nvSpPr>
          <p:cNvPr id="48" name="TextBox 47">
            <a:extLst>
              <a:ext uri="{FF2B5EF4-FFF2-40B4-BE49-F238E27FC236}">
                <a16:creationId xmlns:a16="http://schemas.microsoft.com/office/drawing/2014/main" id="{8E8CE74A-5D8F-1B57-5E92-EE994C565D9D}"/>
              </a:ext>
            </a:extLst>
          </p:cNvPr>
          <p:cNvSpPr txBox="1"/>
          <p:nvPr/>
        </p:nvSpPr>
        <p:spPr>
          <a:xfrm>
            <a:off x="9533432" y="3733575"/>
            <a:ext cx="1920240" cy="153888"/>
          </a:xfrm>
          <a:prstGeom prst="rect">
            <a:avLst/>
          </a:prstGeom>
          <a:noFill/>
        </p:spPr>
        <p:txBody>
          <a:bodyPr wrap="square" lIns="0" tIns="0" rIns="0" bIns="0" anchor="t">
            <a:spAutoFit/>
          </a:bodyPr>
          <a:lstStyle/>
          <a:p>
            <a:pPr algn="ctr"/>
            <a:r>
              <a:rPr sz="1000" dirty="0" err="1">
                <a:solidFill>
                  <a:schemeClr val="bg2">
                    <a:lumMod val="10000"/>
                  </a:schemeClr>
                </a:solidFill>
                <a:latin typeface="HSE Sans" panose="02000000000000000000" pitchFamily="2" charset="0"/>
              </a:rPr>
              <a:t>XGBoost</a:t>
            </a:r>
            <a:r>
              <a:rPr sz="1000" dirty="0">
                <a:solidFill>
                  <a:schemeClr val="bg2">
                    <a:lumMod val="10000"/>
                  </a:schemeClr>
                </a:solidFill>
                <a:latin typeface="HSE Sans" panose="02000000000000000000" pitchFamily="2" charset="0"/>
              </a:rPr>
              <a:t> + rule engine</a:t>
            </a:r>
          </a:p>
        </p:txBody>
      </p:sp>
      <p:sp>
        <p:nvSpPr>
          <p:cNvPr id="49" name="Right Arrow 48">
            <a:extLst>
              <a:ext uri="{FF2B5EF4-FFF2-40B4-BE49-F238E27FC236}">
                <a16:creationId xmlns:a16="http://schemas.microsoft.com/office/drawing/2014/main" id="{A8A1E20C-A6B3-9F8C-3057-59C0304654C9}"/>
              </a:ext>
            </a:extLst>
          </p:cNvPr>
          <p:cNvSpPr/>
          <p:nvPr/>
        </p:nvSpPr>
        <p:spPr>
          <a:xfrm>
            <a:off x="2598333" y="2910830"/>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0" name="Right Arrow 49">
            <a:extLst>
              <a:ext uri="{FF2B5EF4-FFF2-40B4-BE49-F238E27FC236}">
                <a16:creationId xmlns:a16="http://schemas.microsoft.com/office/drawing/2014/main" id="{B5712E8F-1F05-05C3-550F-12DB6BB746C5}"/>
              </a:ext>
            </a:extLst>
          </p:cNvPr>
          <p:cNvSpPr/>
          <p:nvPr/>
        </p:nvSpPr>
        <p:spPr>
          <a:xfrm>
            <a:off x="4815128" y="2897006"/>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1" name="Right Arrow 50">
            <a:extLst>
              <a:ext uri="{FF2B5EF4-FFF2-40B4-BE49-F238E27FC236}">
                <a16:creationId xmlns:a16="http://schemas.microsoft.com/office/drawing/2014/main" id="{EA02C11A-BA21-254A-8457-2FE3A43D4651}"/>
              </a:ext>
            </a:extLst>
          </p:cNvPr>
          <p:cNvSpPr/>
          <p:nvPr/>
        </p:nvSpPr>
        <p:spPr>
          <a:xfrm>
            <a:off x="7027976" y="2900374"/>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3" name="Right Arrow 52">
            <a:extLst>
              <a:ext uri="{FF2B5EF4-FFF2-40B4-BE49-F238E27FC236}">
                <a16:creationId xmlns:a16="http://schemas.microsoft.com/office/drawing/2014/main" id="{EB68CCBA-546A-7911-4EB7-348386F52BE4}"/>
              </a:ext>
            </a:extLst>
          </p:cNvPr>
          <p:cNvSpPr/>
          <p:nvPr/>
        </p:nvSpPr>
        <p:spPr>
          <a:xfrm>
            <a:off x="9240824" y="2919866"/>
            <a:ext cx="292608" cy="118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solidFill>
                <a:schemeClr val="bg2">
                  <a:lumMod val="10000"/>
                </a:schemeClr>
              </a:solidFill>
              <a:latin typeface="HSE Sans" panose="02000000000000000000" pitchFamily="2" charset="0"/>
            </a:endParaRPr>
          </a:p>
        </p:txBody>
      </p:sp>
      <p:sp>
        <p:nvSpPr>
          <p:cNvPr id="55" name="Rectangle 54">
            <a:extLst>
              <a:ext uri="{FF2B5EF4-FFF2-40B4-BE49-F238E27FC236}">
                <a16:creationId xmlns:a16="http://schemas.microsoft.com/office/drawing/2014/main" id="{E7315555-6432-DEBE-37DF-CA4373FE1EF4}"/>
              </a:ext>
            </a:extLst>
          </p:cNvPr>
          <p:cNvSpPr/>
          <p:nvPr/>
        </p:nvSpPr>
        <p:spPr>
          <a:xfrm>
            <a:off x="5107736" y="4464880"/>
            <a:ext cx="1920240" cy="5029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HSE Sans" panose="02000000000000000000" pitchFamily="2" charset="0"/>
            </a:endParaRPr>
          </a:p>
        </p:txBody>
      </p:sp>
      <p:sp>
        <p:nvSpPr>
          <p:cNvPr id="56" name="TextBox 55">
            <a:extLst>
              <a:ext uri="{FF2B5EF4-FFF2-40B4-BE49-F238E27FC236}">
                <a16:creationId xmlns:a16="http://schemas.microsoft.com/office/drawing/2014/main" id="{9B79C57E-C8F7-2B38-FFA8-8E3F17F3DEA3}"/>
              </a:ext>
            </a:extLst>
          </p:cNvPr>
          <p:cNvSpPr txBox="1"/>
          <p:nvPr/>
        </p:nvSpPr>
        <p:spPr>
          <a:xfrm>
            <a:off x="5107736" y="4608618"/>
            <a:ext cx="1920240" cy="215444"/>
          </a:xfrm>
          <a:prstGeom prst="rect">
            <a:avLst/>
          </a:prstGeom>
          <a:noFill/>
        </p:spPr>
        <p:txBody>
          <a:bodyPr wrap="square" lIns="0" tIns="0" rIns="0" bIns="0" anchor="ctr">
            <a:spAutoFit/>
          </a:bodyPr>
          <a:lstStyle/>
          <a:p>
            <a:pPr algn="ctr"/>
            <a:r>
              <a:rPr sz="1400" b="1" i="0" dirty="0">
                <a:solidFill>
                  <a:schemeClr val="bg1"/>
                </a:solidFill>
                <a:latin typeface="HSE Sans" panose="02000000000000000000" pitchFamily="2" charset="0"/>
              </a:rPr>
              <a:t>Alert / log</a:t>
            </a:r>
          </a:p>
        </p:txBody>
      </p:sp>
      <p:sp>
        <p:nvSpPr>
          <p:cNvPr id="57" name="TextBox 56">
            <a:extLst>
              <a:ext uri="{FF2B5EF4-FFF2-40B4-BE49-F238E27FC236}">
                <a16:creationId xmlns:a16="http://schemas.microsoft.com/office/drawing/2014/main" id="{0FEDD890-17B5-A50B-9A06-0F24F8599EA8}"/>
              </a:ext>
            </a:extLst>
          </p:cNvPr>
          <p:cNvSpPr txBox="1"/>
          <p:nvPr/>
        </p:nvSpPr>
        <p:spPr>
          <a:xfrm>
            <a:off x="682039" y="5410210"/>
            <a:ext cx="9786907" cy="738664"/>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chemeClr val="bg2">
                    <a:lumMod val="10000"/>
                  </a:schemeClr>
                </a:solidFill>
                <a:latin typeface="HSE Sans" panose="02000000000000000000" pitchFamily="2" charset="0"/>
              </a:rPr>
              <a:t>Same extractor for training and inference. No </a:t>
            </a:r>
            <a:r>
              <a:rPr lang="en-GB" sz="1400" dirty="0" err="1">
                <a:solidFill>
                  <a:schemeClr val="bg2">
                    <a:lumMod val="10000"/>
                  </a:schemeClr>
                </a:solidFill>
                <a:latin typeface="HSE Sans" panose="02000000000000000000" pitchFamily="2" charset="0"/>
              </a:rPr>
              <a:t>CICFlowMeter</a:t>
            </a:r>
            <a:r>
              <a:rPr lang="en-GB" sz="1400" dirty="0">
                <a:solidFill>
                  <a:schemeClr val="bg2">
                    <a:lumMod val="10000"/>
                  </a:schemeClr>
                </a:solidFill>
                <a:latin typeface="HSE Sans" panose="02000000000000000000" pitchFamily="2" charset="0"/>
              </a:rPr>
              <a:t> CSVs</a:t>
            </a:r>
          </a:p>
          <a:p>
            <a:pPr marL="285750" indent="-285750">
              <a:buFont typeface="Arial" panose="020B0604020202020204" pitchFamily="34" charset="0"/>
              <a:buChar char="•"/>
            </a:pPr>
            <a:r>
              <a:rPr lang="en-GB" sz="1400" dirty="0">
                <a:solidFill>
                  <a:schemeClr val="bg2">
                    <a:lumMod val="10000"/>
                  </a:schemeClr>
                </a:solidFill>
                <a:latin typeface="HSE Sans" panose="02000000000000000000" pitchFamily="2" charset="0"/>
              </a:rPr>
              <a:t>Two-server lab: Intel Xeon, 64 GB RAM, prototype deployable in Docker</a:t>
            </a:r>
          </a:p>
          <a:p>
            <a:pPr marL="285750" indent="-285750" algn="l">
              <a:buFont typeface="Arial" panose="020B0604020202020204" pitchFamily="34" charset="0"/>
              <a:buChar char="•"/>
            </a:pPr>
            <a:endParaRPr lang="en-RU" sz="1400" dirty="0">
              <a:solidFill>
                <a:schemeClr val="bg2">
                  <a:lumMod val="10000"/>
                </a:schemeClr>
              </a:solidFill>
              <a:latin typeface="HSE Sans" panose="02000000000000000000" pitchFamily="2" charset="0"/>
            </a:endParaRPr>
          </a:p>
        </p:txBody>
      </p:sp>
      <p:cxnSp>
        <p:nvCxnSpPr>
          <p:cNvPr id="64" name="Elbow Connector 63">
            <a:extLst>
              <a:ext uri="{FF2B5EF4-FFF2-40B4-BE49-F238E27FC236}">
                <a16:creationId xmlns:a16="http://schemas.microsoft.com/office/drawing/2014/main" id="{5CC08684-6AA0-A55C-1AC6-C2A0F4C8DCD1}"/>
              </a:ext>
            </a:extLst>
          </p:cNvPr>
          <p:cNvCxnSpPr>
            <a:cxnSpLocks/>
            <a:stCxn id="47" idx="3"/>
            <a:endCxn id="55" idx="0"/>
          </p:cNvCxnSpPr>
          <p:nvPr/>
        </p:nvCxnSpPr>
        <p:spPr>
          <a:xfrm flipH="1">
            <a:off x="6067856" y="2956335"/>
            <a:ext cx="5385816" cy="1508545"/>
          </a:xfrm>
          <a:prstGeom prst="bentConnector4">
            <a:avLst>
              <a:gd name="adj1" fmla="val -4244"/>
              <a:gd name="adj2" fmla="val 83524"/>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08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F90F-D068-FC6D-1D4F-7876CF45C99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71CECD1-59D6-68F2-5775-450E7A08CD2D}"/>
              </a:ext>
            </a:extLst>
          </p:cNvPr>
          <p:cNvSpPr/>
          <p:nvPr/>
        </p:nvSpPr>
        <p:spPr>
          <a:xfrm>
            <a:off x="508829" y="1665294"/>
            <a:ext cx="10538616" cy="85210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4" name="Rectangle 3">
            <a:extLst>
              <a:ext uri="{FF2B5EF4-FFF2-40B4-BE49-F238E27FC236}">
                <a16:creationId xmlns:a16="http://schemas.microsoft.com/office/drawing/2014/main" id="{C0DA7E25-F86E-57EB-9190-BD92DE6539C4}"/>
              </a:ext>
            </a:extLst>
          </p:cNvPr>
          <p:cNvSpPr/>
          <p:nvPr/>
        </p:nvSpPr>
        <p:spPr>
          <a:xfrm>
            <a:off x="508829" y="1665294"/>
            <a:ext cx="86382" cy="85210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5" name="TextBox 4">
            <a:extLst>
              <a:ext uri="{FF2B5EF4-FFF2-40B4-BE49-F238E27FC236}">
                <a16:creationId xmlns:a16="http://schemas.microsoft.com/office/drawing/2014/main" id="{EE02F9D1-958C-C249-09C5-3B1E230FF7C4}"/>
              </a:ext>
            </a:extLst>
          </p:cNvPr>
          <p:cNvSpPr txBox="1"/>
          <p:nvPr/>
        </p:nvSpPr>
        <p:spPr>
          <a:xfrm>
            <a:off x="737429" y="1756734"/>
            <a:ext cx="777439" cy="338554"/>
          </a:xfrm>
          <a:prstGeom prst="rect">
            <a:avLst/>
          </a:prstGeom>
          <a:noFill/>
        </p:spPr>
        <p:txBody>
          <a:bodyPr wrap="square" lIns="0" tIns="0" rIns="0" bIns="0" anchor="t">
            <a:spAutoFit/>
          </a:bodyPr>
          <a:lstStyle/>
          <a:p>
            <a:pPr algn="l"/>
            <a:r>
              <a:rPr sz="2200" b="1" i="0" dirty="0">
                <a:solidFill>
                  <a:srgbClr val="2A9D8F"/>
                </a:solidFill>
                <a:latin typeface="HSE Sans" panose="02000000000000000000" pitchFamily="2" charset="0"/>
              </a:rPr>
              <a:t>C1</a:t>
            </a:r>
          </a:p>
        </p:txBody>
      </p:sp>
      <p:sp>
        <p:nvSpPr>
          <p:cNvPr id="6" name="TextBox 5">
            <a:extLst>
              <a:ext uri="{FF2B5EF4-FFF2-40B4-BE49-F238E27FC236}">
                <a16:creationId xmlns:a16="http://schemas.microsoft.com/office/drawing/2014/main" id="{2B938CD5-3D1F-CD7A-1F53-3D676F4A5D55}"/>
              </a:ext>
            </a:extLst>
          </p:cNvPr>
          <p:cNvSpPr txBox="1"/>
          <p:nvPr/>
        </p:nvSpPr>
        <p:spPr>
          <a:xfrm>
            <a:off x="1651829" y="1756734"/>
            <a:ext cx="9242885" cy="230832"/>
          </a:xfrm>
          <a:prstGeom prst="rect">
            <a:avLst/>
          </a:prstGeom>
          <a:noFill/>
        </p:spPr>
        <p:txBody>
          <a:bodyPr wrap="square" lIns="0" tIns="0" rIns="0" bIns="0" anchor="t">
            <a:spAutoFit/>
          </a:bodyPr>
          <a:lstStyle/>
          <a:p>
            <a:pPr algn="l"/>
            <a:r>
              <a:rPr sz="1500" b="1" i="0" dirty="0">
                <a:solidFill>
                  <a:schemeClr val="tx2">
                    <a:lumMod val="50000"/>
                  </a:schemeClr>
                </a:solidFill>
                <a:latin typeface="HSE Sans" panose="02000000000000000000" pitchFamily="2" charset="0"/>
              </a:rPr>
              <a:t>Reproducible Zeek-based PCAP processing pipeline for CSE-CIC-IDS2018</a:t>
            </a:r>
          </a:p>
        </p:txBody>
      </p:sp>
      <p:sp>
        <p:nvSpPr>
          <p:cNvPr id="7" name="TextBox 6">
            <a:extLst>
              <a:ext uri="{FF2B5EF4-FFF2-40B4-BE49-F238E27FC236}">
                <a16:creationId xmlns:a16="http://schemas.microsoft.com/office/drawing/2014/main" id="{D1AE8DCB-AC1B-BFEE-B9FE-12F7709B4165}"/>
              </a:ext>
            </a:extLst>
          </p:cNvPr>
          <p:cNvSpPr txBox="1"/>
          <p:nvPr/>
        </p:nvSpPr>
        <p:spPr>
          <a:xfrm>
            <a:off x="1651829" y="2122495"/>
            <a:ext cx="9242885" cy="353943"/>
          </a:xfrm>
          <a:prstGeom prst="rect">
            <a:avLst/>
          </a:prstGeom>
          <a:noFill/>
        </p:spPr>
        <p:txBody>
          <a:bodyPr wrap="square" lIns="0" tIns="0" rIns="0" bIns="0" anchor="t">
            <a:spAutoFit/>
          </a:bodyPr>
          <a:lstStyle/>
          <a:p>
            <a:r>
              <a:rPr sz="1150" b="0" i="0" dirty="0">
                <a:solidFill>
                  <a:schemeClr val="tx2">
                    <a:lumMod val="50000"/>
                  </a:schemeClr>
                </a:solidFill>
                <a:latin typeface="HSE Sans" panose="02000000000000000000" pitchFamily="2" charset="0"/>
              </a:rPr>
              <a:t>30.8 M flows </a:t>
            </a:r>
            <a:r>
              <a:rPr lang="en-US" sz="1150" b="0" i="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 9 classes (BENIGN + 8 attack classes) </a:t>
            </a:r>
            <a:r>
              <a:rPr lang="en-US" sz="115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 automated UCAP-truncation fix </a:t>
            </a:r>
            <a:r>
              <a:rPr lang="en-US" sz="115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 AST </a:t>
            </a:r>
            <a:r>
              <a:rPr sz="1150" b="0" i="0" dirty="0" err="1">
                <a:solidFill>
                  <a:schemeClr val="tx2">
                    <a:lumMod val="50000"/>
                  </a:schemeClr>
                </a:solidFill>
                <a:latin typeface="HSE Sans" panose="02000000000000000000" pitchFamily="2" charset="0"/>
              </a:rPr>
              <a:t>timezone</a:t>
            </a:r>
            <a:r>
              <a:rPr sz="1150" b="0" i="0" dirty="0">
                <a:solidFill>
                  <a:schemeClr val="tx2">
                    <a:lumMod val="50000"/>
                  </a:schemeClr>
                </a:solidFill>
                <a:latin typeface="HSE Sans" panose="02000000000000000000" pitchFamily="2" charset="0"/>
              </a:rPr>
              <a:t> fix </a:t>
            </a:r>
            <a:r>
              <a:rPr lang="en-US" sz="115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 attack labels from 5 of 10 days, benign background retained</a:t>
            </a:r>
          </a:p>
        </p:txBody>
      </p:sp>
      <p:sp>
        <p:nvSpPr>
          <p:cNvPr id="8" name="Rectangle 7">
            <a:extLst>
              <a:ext uri="{FF2B5EF4-FFF2-40B4-BE49-F238E27FC236}">
                <a16:creationId xmlns:a16="http://schemas.microsoft.com/office/drawing/2014/main" id="{F1B1F42D-3800-8176-71FF-EE22CC5193E0}"/>
              </a:ext>
            </a:extLst>
          </p:cNvPr>
          <p:cNvSpPr/>
          <p:nvPr/>
        </p:nvSpPr>
        <p:spPr>
          <a:xfrm>
            <a:off x="508829" y="2671134"/>
            <a:ext cx="10538616" cy="85210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9" name="Rectangle 8">
            <a:extLst>
              <a:ext uri="{FF2B5EF4-FFF2-40B4-BE49-F238E27FC236}">
                <a16:creationId xmlns:a16="http://schemas.microsoft.com/office/drawing/2014/main" id="{15E8CE0F-C2A1-63A0-A698-B3729F1345F6}"/>
              </a:ext>
            </a:extLst>
          </p:cNvPr>
          <p:cNvSpPr/>
          <p:nvPr/>
        </p:nvSpPr>
        <p:spPr>
          <a:xfrm>
            <a:off x="508829" y="2671134"/>
            <a:ext cx="86382" cy="852106"/>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10" name="TextBox 9">
            <a:extLst>
              <a:ext uri="{FF2B5EF4-FFF2-40B4-BE49-F238E27FC236}">
                <a16:creationId xmlns:a16="http://schemas.microsoft.com/office/drawing/2014/main" id="{0BDD71BA-203A-E0AD-7651-329AF6B47CF8}"/>
              </a:ext>
            </a:extLst>
          </p:cNvPr>
          <p:cNvSpPr txBox="1"/>
          <p:nvPr/>
        </p:nvSpPr>
        <p:spPr>
          <a:xfrm>
            <a:off x="737429" y="2762574"/>
            <a:ext cx="777439" cy="338554"/>
          </a:xfrm>
          <a:prstGeom prst="rect">
            <a:avLst/>
          </a:prstGeom>
          <a:noFill/>
        </p:spPr>
        <p:txBody>
          <a:bodyPr wrap="square" lIns="0" tIns="0" rIns="0" bIns="0" anchor="t">
            <a:spAutoFit/>
          </a:bodyPr>
          <a:lstStyle/>
          <a:p>
            <a:pPr algn="l"/>
            <a:r>
              <a:rPr sz="2200" b="1" i="0" dirty="0">
                <a:solidFill>
                  <a:srgbClr val="F4A261"/>
                </a:solidFill>
                <a:latin typeface="HSE Sans" panose="02000000000000000000" pitchFamily="2" charset="0"/>
              </a:rPr>
              <a:t>C2</a:t>
            </a:r>
          </a:p>
        </p:txBody>
      </p:sp>
      <p:sp>
        <p:nvSpPr>
          <p:cNvPr id="11" name="TextBox 10">
            <a:extLst>
              <a:ext uri="{FF2B5EF4-FFF2-40B4-BE49-F238E27FC236}">
                <a16:creationId xmlns:a16="http://schemas.microsoft.com/office/drawing/2014/main" id="{2797352E-F09E-DAE6-B14D-C2C039D73F54}"/>
              </a:ext>
            </a:extLst>
          </p:cNvPr>
          <p:cNvSpPr txBox="1"/>
          <p:nvPr/>
        </p:nvSpPr>
        <p:spPr>
          <a:xfrm>
            <a:off x="1651829" y="2762574"/>
            <a:ext cx="9242885" cy="230832"/>
          </a:xfrm>
          <a:prstGeom prst="rect">
            <a:avLst/>
          </a:prstGeom>
          <a:noFill/>
        </p:spPr>
        <p:txBody>
          <a:bodyPr wrap="square" lIns="0" tIns="0" rIns="0" bIns="0" anchor="t">
            <a:spAutoFit/>
          </a:bodyPr>
          <a:lstStyle/>
          <a:p>
            <a:pPr algn="l"/>
            <a:r>
              <a:rPr sz="1500" b="1" i="0">
                <a:solidFill>
                  <a:schemeClr val="tx2">
                    <a:lumMod val="50000"/>
                  </a:schemeClr>
                </a:solidFill>
                <a:latin typeface="HSE Sans" panose="02000000000000000000" pitchFamily="2" charset="0"/>
              </a:rPr>
              <a:t>Temporal sliding-window feature engineering</a:t>
            </a:r>
          </a:p>
        </p:txBody>
      </p:sp>
      <p:sp>
        <p:nvSpPr>
          <p:cNvPr id="12" name="TextBox 11">
            <a:extLst>
              <a:ext uri="{FF2B5EF4-FFF2-40B4-BE49-F238E27FC236}">
                <a16:creationId xmlns:a16="http://schemas.microsoft.com/office/drawing/2014/main" id="{888D2A0D-B3CE-9E5B-7CF5-65CF3A54382D}"/>
              </a:ext>
            </a:extLst>
          </p:cNvPr>
          <p:cNvSpPr txBox="1"/>
          <p:nvPr/>
        </p:nvSpPr>
        <p:spPr>
          <a:xfrm>
            <a:off x="1651829" y="3128335"/>
            <a:ext cx="9242885" cy="353943"/>
          </a:xfrm>
          <a:prstGeom prst="rect">
            <a:avLst/>
          </a:prstGeom>
          <a:noFill/>
        </p:spPr>
        <p:txBody>
          <a:bodyPr wrap="square" lIns="0" tIns="0" rIns="0" bIns="0" anchor="t">
            <a:spAutoFit/>
          </a:bodyPr>
          <a:lstStyle/>
          <a:p>
            <a:r>
              <a:rPr sz="1150" b="0" i="0" dirty="0">
                <a:solidFill>
                  <a:schemeClr val="tx2">
                    <a:lumMod val="50000"/>
                  </a:schemeClr>
                </a:solidFill>
                <a:latin typeface="HSE Sans" panose="02000000000000000000" pitchFamily="2" charset="0"/>
              </a:rPr>
              <a:t>5 per-source-IP features over 60-second window: </a:t>
            </a:r>
            <a:r>
              <a:rPr sz="1150" b="0" i="0" dirty="0" err="1">
                <a:solidFill>
                  <a:schemeClr val="tx2">
                    <a:lumMod val="50000"/>
                  </a:schemeClr>
                </a:solidFill>
                <a:latin typeface="HSE Sans" panose="02000000000000000000" pitchFamily="2" charset="0"/>
              </a:rPr>
              <a:t>conn_rate</a:t>
            </a:r>
            <a:r>
              <a:rPr sz="1150" b="0" i="0" dirty="0">
                <a:solidFill>
                  <a:schemeClr val="tx2">
                    <a:lumMod val="50000"/>
                  </a:schemeClr>
                </a:solidFill>
                <a:latin typeface="HSE Sans" panose="02000000000000000000" pitchFamily="2" charset="0"/>
              </a:rPr>
              <a:t>, </a:t>
            </a:r>
            <a:r>
              <a:rPr sz="1150" b="0" i="0" dirty="0" err="1">
                <a:solidFill>
                  <a:schemeClr val="tx2">
                    <a:lumMod val="50000"/>
                  </a:schemeClr>
                </a:solidFill>
                <a:latin typeface="HSE Sans" panose="02000000000000000000" pitchFamily="2" charset="0"/>
              </a:rPr>
              <a:t>unique_dst_ports</a:t>
            </a:r>
            <a:r>
              <a:rPr sz="1150" b="0" i="0" dirty="0">
                <a:solidFill>
                  <a:schemeClr val="tx2">
                    <a:lumMod val="50000"/>
                  </a:schemeClr>
                </a:solidFill>
                <a:latin typeface="HSE Sans" panose="02000000000000000000" pitchFamily="2" charset="0"/>
              </a:rPr>
              <a:t>, </a:t>
            </a:r>
            <a:r>
              <a:rPr sz="1150" b="0" i="0" dirty="0" err="1">
                <a:solidFill>
                  <a:schemeClr val="tx2">
                    <a:lumMod val="50000"/>
                  </a:schemeClr>
                </a:solidFill>
                <a:latin typeface="HSE Sans" panose="02000000000000000000" pitchFamily="2" charset="0"/>
              </a:rPr>
              <a:t>mean_duration</a:t>
            </a:r>
            <a:r>
              <a:rPr sz="1150" b="0" i="0" dirty="0">
                <a:solidFill>
                  <a:schemeClr val="tx2">
                    <a:lumMod val="50000"/>
                  </a:schemeClr>
                </a:solidFill>
                <a:latin typeface="HSE Sans" panose="02000000000000000000" pitchFamily="2" charset="0"/>
              </a:rPr>
              <a:t>, </a:t>
            </a:r>
            <a:r>
              <a:rPr sz="1150" b="0" i="0" dirty="0" err="1">
                <a:solidFill>
                  <a:schemeClr val="tx2">
                    <a:lumMod val="50000"/>
                  </a:schemeClr>
                </a:solidFill>
                <a:latin typeface="HSE Sans" panose="02000000000000000000" pitchFamily="2" charset="0"/>
              </a:rPr>
              <a:t>std_duration</a:t>
            </a:r>
            <a:r>
              <a:rPr sz="1150" b="0" i="0" dirty="0">
                <a:solidFill>
                  <a:schemeClr val="tx2">
                    <a:lumMod val="50000"/>
                  </a:schemeClr>
                </a:solidFill>
                <a:latin typeface="HSE Sans" panose="02000000000000000000" pitchFamily="2" charset="0"/>
              </a:rPr>
              <a:t>, </a:t>
            </a:r>
            <a:r>
              <a:rPr sz="1150" b="0" i="0" dirty="0" err="1">
                <a:solidFill>
                  <a:schemeClr val="tx2">
                    <a:lumMod val="50000"/>
                  </a:schemeClr>
                </a:solidFill>
                <a:latin typeface="HSE Sans" panose="02000000000000000000" pitchFamily="2" charset="0"/>
              </a:rPr>
              <a:t>bytes_per_sec</a:t>
            </a:r>
            <a:r>
              <a:rPr lang="en-US" sz="1150" dirty="0" err="1">
                <a:solidFill>
                  <a:schemeClr val="tx2">
                    <a:lumMod val="50000"/>
                  </a:schemeClr>
                </a:solidFill>
                <a:latin typeface="HSE Sans" panose="02000000000000000000" pitchFamily="2" charset="0"/>
              </a:rPr>
              <a:t>・</a:t>
            </a:r>
            <a:r>
              <a:rPr sz="1150" b="0" i="0" dirty="0" err="1">
                <a:solidFill>
                  <a:schemeClr val="tx2">
                    <a:lumMod val="50000"/>
                  </a:schemeClr>
                </a:solidFill>
                <a:latin typeface="HSE Sans" panose="02000000000000000000" pitchFamily="2" charset="0"/>
              </a:rPr>
              <a:t>XGBoost</a:t>
            </a:r>
            <a:r>
              <a:rPr sz="1150" b="0" i="0" dirty="0">
                <a:solidFill>
                  <a:schemeClr val="tx2">
                    <a:lumMod val="50000"/>
                  </a:schemeClr>
                </a:solidFill>
                <a:latin typeface="HSE Sans" panose="02000000000000000000" pitchFamily="2" charset="0"/>
              </a:rPr>
              <a:t> macro F1 from 0.8613 to 0.9605 (+9.9 pp)</a:t>
            </a:r>
          </a:p>
        </p:txBody>
      </p:sp>
      <p:sp>
        <p:nvSpPr>
          <p:cNvPr id="13" name="Rectangle 12">
            <a:extLst>
              <a:ext uri="{FF2B5EF4-FFF2-40B4-BE49-F238E27FC236}">
                <a16:creationId xmlns:a16="http://schemas.microsoft.com/office/drawing/2014/main" id="{CE38B5BA-B8D4-5E87-11A7-E4CC1F0CB4CC}"/>
              </a:ext>
            </a:extLst>
          </p:cNvPr>
          <p:cNvSpPr/>
          <p:nvPr/>
        </p:nvSpPr>
        <p:spPr>
          <a:xfrm>
            <a:off x="508829" y="3676974"/>
            <a:ext cx="10538616" cy="85210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14" name="Rectangle 13">
            <a:extLst>
              <a:ext uri="{FF2B5EF4-FFF2-40B4-BE49-F238E27FC236}">
                <a16:creationId xmlns:a16="http://schemas.microsoft.com/office/drawing/2014/main" id="{275069FF-6B8F-F6B8-9DDA-58A6AA9CF6B9}"/>
              </a:ext>
            </a:extLst>
          </p:cNvPr>
          <p:cNvSpPr/>
          <p:nvPr/>
        </p:nvSpPr>
        <p:spPr>
          <a:xfrm>
            <a:off x="508829" y="3676974"/>
            <a:ext cx="86382" cy="852106"/>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15" name="TextBox 14">
            <a:extLst>
              <a:ext uri="{FF2B5EF4-FFF2-40B4-BE49-F238E27FC236}">
                <a16:creationId xmlns:a16="http://schemas.microsoft.com/office/drawing/2014/main" id="{81AE4AC4-7B1C-6603-4444-331B3C9BDCD4}"/>
              </a:ext>
            </a:extLst>
          </p:cNvPr>
          <p:cNvSpPr txBox="1"/>
          <p:nvPr/>
        </p:nvSpPr>
        <p:spPr>
          <a:xfrm>
            <a:off x="737429" y="3768414"/>
            <a:ext cx="777439" cy="338554"/>
          </a:xfrm>
          <a:prstGeom prst="rect">
            <a:avLst/>
          </a:prstGeom>
          <a:noFill/>
        </p:spPr>
        <p:txBody>
          <a:bodyPr wrap="square" lIns="0" tIns="0" rIns="0" bIns="0" anchor="t">
            <a:spAutoFit/>
          </a:bodyPr>
          <a:lstStyle/>
          <a:p>
            <a:pPr algn="l"/>
            <a:r>
              <a:rPr sz="2200" b="1" i="0">
                <a:solidFill>
                  <a:srgbClr val="E63946"/>
                </a:solidFill>
                <a:latin typeface="HSE Sans" panose="02000000000000000000" pitchFamily="2" charset="0"/>
              </a:rPr>
              <a:t>C3</a:t>
            </a:r>
          </a:p>
        </p:txBody>
      </p:sp>
      <p:sp>
        <p:nvSpPr>
          <p:cNvPr id="16" name="TextBox 15">
            <a:extLst>
              <a:ext uri="{FF2B5EF4-FFF2-40B4-BE49-F238E27FC236}">
                <a16:creationId xmlns:a16="http://schemas.microsoft.com/office/drawing/2014/main" id="{7784C803-3CC9-CD7D-B402-D981041F08DB}"/>
              </a:ext>
            </a:extLst>
          </p:cNvPr>
          <p:cNvSpPr txBox="1"/>
          <p:nvPr/>
        </p:nvSpPr>
        <p:spPr>
          <a:xfrm>
            <a:off x="1651829" y="3768414"/>
            <a:ext cx="9242885" cy="230832"/>
          </a:xfrm>
          <a:prstGeom prst="rect">
            <a:avLst/>
          </a:prstGeom>
          <a:noFill/>
        </p:spPr>
        <p:txBody>
          <a:bodyPr wrap="square" lIns="0" tIns="0" rIns="0" bIns="0" anchor="t">
            <a:spAutoFit/>
          </a:bodyPr>
          <a:lstStyle/>
          <a:p>
            <a:pPr algn="l"/>
            <a:r>
              <a:rPr sz="1500" b="1" i="0">
                <a:solidFill>
                  <a:schemeClr val="tx2">
                    <a:lumMod val="50000"/>
                  </a:schemeClr>
                </a:solidFill>
                <a:latin typeface="HSE Sans" panose="02000000000000000000" pitchFamily="2" charset="0"/>
              </a:rPr>
              <a:t>Two-layer hybrid detection: temporal XGBoost + rule engine</a:t>
            </a:r>
          </a:p>
        </p:txBody>
      </p:sp>
      <p:sp>
        <p:nvSpPr>
          <p:cNvPr id="17" name="TextBox 16">
            <a:extLst>
              <a:ext uri="{FF2B5EF4-FFF2-40B4-BE49-F238E27FC236}">
                <a16:creationId xmlns:a16="http://schemas.microsoft.com/office/drawing/2014/main" id="{87F984D1-E0D5-E00B-AFAA-752B8C3BFC7C}"/>
              </a:ext>
            </a:extLst>
          </p:cNvPr>
          <p:cNvSpPr txBox="1"/>
          <p:nvPr/>
        </p:nvSpPr>
        <p:spPr>
          <a:xfrm>
            <a:off x="1651829" y="4134175"/>
            <a:ext cx="9242885" cy="353943"/>
          </a:xfrm>
          <a:prstGeom prst="rect">
            <a:avLst/>
          </a:prstGeom>
          <a:noFill/>
        </p:spPr>
        <p:txBody>
          <a:bodyPr wrap="square" lIns="0" tIns="0" rIns="0" bIns="0" anchor="t">
            <a:spAutoFit/>
          </a:bodyPr>
          <a:lstStyle/>
          <a:p>
            <a:pPr algn="l"/>
            <a:r>
              <a:rPr sz="1150" b="0" i="0" dirty="0">
                <a:solidFill>
                  <a:schemeClr val="tx2">
                    <a:lumMod val="50000"/>
                  </a:schemeClr>
                </a:solidFill>
                <a:latin typeface="HSE Sans" panose="02000000000000000000" pitchFamily="2" charset="0"/>
              </a:rPr>
              <a:t>Detects 7/7 attack </a:t>
            </a:r>
            <a:r>
              <a:rPr lang="en-US" sz="1150" b="0" i="0" dirty="0">
                <a:solidFill>
                  <a:schemeClr val="tx2">
                    <a:lumMod val="50000"/>
                  </a:schemeClr>
                </a:solidFill>
                <a:latin typeface="HSE Sans" panose="02000000000000000000" pitchFamily="2" charset="0"/>
              </a:rPr>
              <a:t>types</a:t>
            </a:r>
            <a:r>
              <a:rPr sz="1150" b="0" i="0" dirty="0">
                <a:solidFill>
                  <a:schemeClr val="tx2">
                    <a:lumMod val="50000"/>
                  </a:schemeClr>
                </a:solidFill>
                <a:latin typeface="HSE Sans" panose="02000000000000000000" pitchFamily="2" charset="0"/>
              </a:rPr>
              <a:t> in live lab tests vs 1/7 for the baseline ML model, despite both models exceeding offline weighted F1 = 0.994 </a:t>
            </a:r>
            <a:r>
              <a:rPr lang="en-US" sz="1150" b="0" i="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 direct demonstration of the offline</a:t>
            </a:r>
            <a:r>
              <a:rPr lang="en-US" sz="1150" b="0" i="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live evaluation gap</a:t>
            </a:r>
          </a:p>
        </p:txBody>
      </p:sp>
      <p:sp>
        <p:nvSpPr>
          <p:cNvPr id="18" name="Rectangle 17">
            <a:extLst>
              <a:ext uri="{FF2B5EF4-FFF2-40B4-BE49-F238E27FC236}">
                <a16:creationId xmlns:a16="http://schemas.microsoft.com/office/drawing/2014/main" id="{3AB85961-71B9-46A8-1240-F81302925F7B}"/>
              </a:ext>
            </a:extLst>
          </p:cNvPr>
          <p:cNvSpPr/>
          <p:nvPr/>
        </p:nvSpPr>
        <p:spPr>
          <a:xfrm>
            <a:off x="508829" y="4682814"/>
            <a:ext cx="10538616" cy="85210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19" name="Rectangle 18">
            <a:extLst>
              <a:ext uri="{FF2B5EF4-FFF2-40B4-BE49-F238E27FC236}">
                <a16:creationId xmlns:a16="http://schemas.microsoft.com/office/drawing/2014/main" id="{1E1A95B3-D73D-0E30-011B-1F91B35B7FEA}"/>
              </a:ext>
            </a:extLst>
          </p:cNvPr>
          <p:cNvSpPr/>
          <p:nvPr/>
        </p:nvSpPr>
        <p:spPr>
          <a:xfrm>
            <a:off x="508829" y="4682814"/>
            <a:ext cx="86382" cy="85210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0" name="TextBox 19">
            <a:extLst>
              <a:ext uri="{FF2B5EF4-FFF2-40B4-BE49-F238E27FC236}">
                <a16:creationId xmlns:a16="http://schemas.microsoft.com/office/drawing/2014/main" id="{8E26D8ED-6647-2602-670A-6491CDBDFBCD}"/>
              </a:ext>
            </a:extLst>
          </p:cNvPr>
          <p:cNvSpPr txBox="1"/>
          <p:nvPr/>
        </p:nvSpPr>
        <p:spPr>
          <a:xfrm>
            <a:off x="737429" y="4774253"/>
            <a:ext cx="777439" cy="338554"/>
          </a:xfrm>
          <a:prstGeom prst="rect">
            <a:avLst/>
          </a:prstGeom>
          <a:noFill/>
        </p:spPr>
        <p:txBody>
          <a:bodyPr wrap="square" lIns="0" tIns="0" rIns="0" bIns="0" anchor="t">
            <a:spAutoFit/>
          </a:bodyPr>
          <a:lstStyle/>
          <a:p>
            <a:pPr algn="l"/>
            <a:r>
              <a:rPr sz="2200" b="1" i="0" dirty="0">
                <a:solidFill>
                  <a:schemeClr val="accent3"/>
                </a:solidFill>
                <a:latin typeface="HSE Sans" panose="02000000000000000000" pitchFamily="2" charset="0"/>
              </a:rPr>
              <a:t>C4</a:t>
            </a:r>
          </a:p>
        </p:txBody>
      </p:sp>
      <p:sp>
        <p:nvSpPr>
          <p:cNvPr id="21" name="TextBox 20">
            <a:extLst>
              <a:ext uri="{FF2B5EF4-FFF2-40B4-BE49-F238E27FC236}">
                <a16:creationId xmlns:a16="http://schemas.microsoft.com/office/drawing/2014/main" id="{723EC10B-C52B-AF0D-1D21-7AE8265DD979}"/>
              </a:ext>
            </a:extLst>
          </p:cNvPr>
          <p:cNvSpPr txBox="1"/>
          <p:nvPr/>
        </p:nvSpPr>
        <p:spPr>
          <a:xfrm>
            <a:off x="1651829" y="4774253"/>
            <a:ext cx="9242885" cy="230832"/>
          </a:xfrm>
          <a:prstGeom prst="rect">
            <a:avLst/>
          </a:prstGeom>
          <a:noFill/>
        </p:spPr>
        <p:txBody>
          <a:bodyPr wrap="square" lIns="0" tIns="0" rIns="0" bIns="0" anchor="t">
            <a:spAutoFit/>
          </a:bodyPr>
          <a:lstStyle/>
          <a:p>
            <a:pPr algn="l"/>
            <a:r>
              <a:rPr sz="1500" b="1" i="0">
                <a:solidFill>
                  <a:schemeClr val="tx2">
                    <a:lumMod val="50000"/>
                  </a:schemeClr>
                </a:solidFill>
                <a:latin typeface="HSE Sans" panose="02000000000000000000" pitchFamily="2" charset="0"/>
              </a:rPr>
              <a:t>Negative result: per-flow autoencoder</a:t>
            </a:r>
          </a:p>
        </p:txBody>
      </p:sp>
      <p:sp>
        <p:nvSpPr>
          <p:cNvPr id="22" name="TextBox 21">
            <a:extLst>
              <a:ext uri="{FF2B5EF4-FFF2-40B4-BE49-F238E27FC236}">
                <a16:creationId xmlns:a16="http://schemas.microsoft.com/office/drawing/2014/main" id="{034CD4CC-E0AA-1017-4860-7A8C79630AD8}"/>
              </a:ext>
            </a:extLst>
          </p:cNvPr>
          <p:cNvSpPr txBox="1"/>
          <p:nvPr/>
        </p:nvSpPr>
        <p:spPr>
          <a:xfrm>
            <a:off x="1651829" y="5140014"/>
            <a:ext cx="9242885" cy="353943"/>
          </a:xfrm>
          <a:prstGeom prst="rect">
            <a:avLst/>
          </a:prstGeom>
          <a:noFill/>
        </p:spPr>
        <p:txBody>
          <a:bodyPr wrap="square" lIns="0" tIns="0" rIns="0" bIns="0" anchor="t">
            <a:spAutoFit/>
          </a:bodyPr>
          <a:lstStyle/>
          <a:p>
            <a:pPr algn="l"/>
            <a:r>
              <a:rPr sz="1150" b="0" i="0" dirty="0">
                <a:solidFill>
                  <a:schemeClr val="tx2">
                    <a:lumMod val="50000"/>
                  </a:schemeClr>
                </a:solidFill>
                <a:latin typeface="HSE Sans" panose="02000000000000000000" pitchFamily="2" charset="0"/>
              </a:rPr>
              <a:t>Unsupervised anomaly detector on the 12 </a:t>
            </a:r>
            <a:r>
              <a:rPr sz="1150" b="0" i="0" dirty="0" err="1">
                <a:solidFill>
                  <a:schemeClr val="tx2">
                    <a:lumMod val="50000"/>
                  </a:schemeClr>
                </a:solidFill>
                <a:latin typeface="HSE Sans" panose="02000000000000000000" pitchFamily="2" charset="0"/>
              </a:rPr>
              <a:t>conn.log</a:t>
            </a:r>
            <a:r>
              <a:rPr sz="1150" b="0" i="0" dirty="0">
                <a:solidFill>
                  <a:schemeClr val="tx2">
                    <a:lumMod val="50000"/>
                  </a:schemeClr>
                </a:solidFill>
                <a:latin typeface="HSE Sans" panose="02000000000000000000" pitchFamily="2" charset="0"/>
              </a:rPr>
              <a:t> features achieves TPR = 0.01 % confirms that per-flow features are insufficient without temporal context</a:t>
            </a:r>
          </a:p>
        </p:txBody>
      </p:sp>
      <p:sp>
        <p:nvSpPr>
          <p:cNvPr id="23" name="Rectangle 22">
            <a:extLst>
              <a:ext uri="{FF2B5EF4-FFF2-40B4-BE49-F238E27FC236}">
                <a16:creationId xmlns:a16="http://schemas.microsoft.com/office/drawing/2014/main" id="{E8D25114-E53E-43FF-12C2-D32B6BDF0870}"/>
              </a:ext>
            </a:extLst>
          </p:cNvPr>
          <p:cNvSpPr/>
          <p:nvPr/>
        </p:nvSpPr>
        <p:spPr>
          <a:xfrm>
            <a:off x="508829" y="5688654"/>
            <a:ext cx="10538616" cy="85210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4" name="Rectangle 23">
            <a:extLst>
              <a:ext uri="{FF2B5EF4-FFF2-40B4-BE49-F238E27FC236}">
                <a16:creationId xmlns:a16="http://schemas.microsoft.com/office/drawing/2014/main" id="{22234B6F-24E4-5F56-2BEC-CD03A314B65C}"/>
              </a:ext>
            </a:extLst>
          </p:cNvPr>
          <p:cNvSpPr/>
          <p:nvPr/>
        </p:nvSpPr>
        <p:spPr>
          <a:xfrm>
            <a:off x="508829" y="5688654"/>
            <a:ext cx="86382" cy="85210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5" name="TextBox 24">
            <a:extLst>
              <a:ext uri="{FF2B5EF4-FFF2-40B4-BE49-F238E27FC236}">
                <a16:creationId xmlns:a16="http://schemas.microsoft.com/office/drawing/2014/main" id="{11BE663A-2F8D-7A1C-6327-61CEDED9A2A1}"/>
              </a:ext>
            </a:extLst>
          </p:cNvPr>
          <p:cNvSpPr txBox="1"/>
          <p:nvPr/>
        </p:nvSpPr>
        <p:spPr>
          <a:xfrm>
            <a:off x="737429" y="5780094"/>
            <a:ext cx="777439" cy="338554"/>
          </a:xfrm>
          <a:prstGeom prst="rect">
            <a:avLst/>
          </a:prstGeom>
          <a:noFill/>
        </p:spPr>
        <p:txBody>
          <a:bodyPr wrap="square" lIns="0" tIns="0" rIns="0" bIns="0" anchor="t">
            <a:spAutoFit/>
          </a:bodyPr>
          <a:lstStyle/>
          <a:p>
            <a:pPr algn="l"/>
            <a:r>
              <a:rPr sz="2200" b="1" i="0" dirty="0">
                <a:solidFill>
                  <a:srgbClr val="065A82"/>
                </a:solidFill>
                <a:latin typeface="HSE Sans" panose="02000000000000000000" pitchFamily="2" charset="0"/>
              </a:rPr>
              <a:t>C5</a:t>
            </a:r>
          </a:p>
        </p:txBody>
      </p:sp>
      <p:sp>
        <p:nvSpPr>
          <p:cNvPr id="26" name="TextBox 25">
            <a:extLst>
              <a:ext uri="{FF2B5EF4-FFF2-40B4-BE49-F238E27FC236}">
                <a16:creationId xmlns:a16="http://schemas.microsoft.com/office/drawing/2014/main" id="{D17CD91E-D2AF-224C-A8AC-A3FBA7140D5F}"/>
              </a:ext>
            </a:extLst>
          </p:cNvPr>
          <p:cNvSpPr txBox="1"/>
          <p:nvPr/>
        </p:nvSpPr>
        <p:spPr>
          <a:xfrm>
            <a:off x="1651829" y="5780094"/>
            <a:ext cx="9242885" cy="230832"/>
          </a:xfrm>
          <a:prstGeom prst="rect">
            <a:avLst/>
          </a:prstGeom>
          <a:noFill/>
        </p:spPr>
        <p:txBody>
          <a:bodyPr wrap="square" lIns="0" tIns="0" rIns="0" bIns="0" anchor="t">
            <a:spAutoFit/>
          </a:bodyPr>
          <a:lstStyle/>
          <a:p>
            <a:pPr algn="l"/>
            <a:r>
              <a:rPr sz="1500" b="1" i="0">
                <a:solidFill>
                  <a:schemeClr val="tx2">
                    <a:lumMod val="50000"/>
                  </a:schemeClr>
                </a:solidFill>
                <a:latin typeface="HSE Sans" panose="02000000000000000000" pitchFamily="2" charset="0"/>
              </a:rPr>
              <a:t>Containerized end-to-end streaming prototype</a:t>
            </a:r>
          </a:p>
        </p:txBody>
      </p:sp>
      <p:sp>
        <p:nvSpPr>
          <p:cNvPr id="27" name="TextBox 26">
            <a:extLst>
              <a:ext uri="{FF2B5EF4-FFF2-40B4-BE49-F238E27FC236}">
                <a16:creationId xmlns:a16="http://schemas.microsoft.com/office/drawing/2014/main" id="{808CCF56-D0B0-A1D8-AECE-1B88D07965DE}"/>
              </a:ext>
            </a:extLst>
          </p:cNvPr>
          <p:cNvSpPr txBox="1"/>
          <p:nvPr/>
        </p:nvSpPr>
        <p:spPr>
          <a:xfrm>
            <a:off x="1651829" y="6145855"/>
            <a:ext cx="9242885" cy="353943"/>
          </a:xfrm>
          <a:prstGeom prst="rect">
            <a:avLst/>
          </a:prstGeom>
          <a:noFill/>
        </p:spPr>
        <p:txBody>
          <a:bodyPr wrap="square" lIns="0" tIns="0" rIns="0" bIns="0" anchor="t">
            <a:spAutoFit/>
          </a:bodyPr>
          <a:lstStyle/>
          <a:p>
            <a:r>
              <a:rPr sz="1150" b="0" i="0" dirty="0">
                <a:solidFill>
                  <a:schemeClr val="tx2">
                    <a:lumMod val="50000"/>
                  </a:schemeClr>
                </a:solidFill>
                <a:latin typeface="HSE Sans" panose="02000000000000000000" pitchFamily="2" charset="0"/>
              </a:rPr>
              <a:t>Zeek 7.0.4+Kafka+Spark Structured Streaming, deployed via Docker Compose</a:t>
            </a:r>
            <a:r>
              <a:rPr lang="en-US" sz="1150" dirty="0">
                <a:solidFill>
                  <a:schemeClr val="tx2">
                    <a:lumMod val="50000"/>
                  </a:schemeClr>
                </a:solidFill>
                <a:latin typeface="HSE Sans" panose="02000000000000000000" pitchFamily="2" charset="0"/>
              </a:rPr>
              <a:t> ・ </a:t>
            </a:r>
            <a:r>
              <a:rPr sz="1150" b="0" i="0" dirty="0">
                <a:solidFill>
                  <a:schemeClr val="tx2">
                    <a:lumMod val="50000"/>
                  </a:schemeClr>
                </a:solidFill>
                <a:latin typeface="HSE Sans" panose="02000000000000000000" pitchFamily="2" charset="0"/>
              </a:rPr>
              <a:t>sustains 24 000</a:t>
            </a:r>
            <a:r>
              <a:rPr lang="en-US" sz="1150" b="0" i="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30 000 flows/s in Docker</a:t>
            </a:r>
            <a:r>
              <a:rPr lang="en-US" sz="1150" b="0" i="0" dirty="0">
                <a:solidFill>
                  <a:schemeClr val="tx2">
                    <a:lumMod val="50000"/>
                  </a:schemeClr>
                </a:solidFill>
                <a:latin typeface="HSE Sans" panose="02000000000000000000" pitchFamily="2" charset="0"/>
              </a:rPr>
              <a:t> and</a:t>
            </a:r>
            <a:r>
              <a:rPr sz="1150" b="0" i="0" dirty="0">
                <a:solidFill>
                  <a:schemeClr val="tx2">
                    <a:lumMod val="50000"/>
                  </a:schemeClr>
                </a:solidFill>
                <a:latin typeface="HSE Sans" panose="02000000000000000000" pitchFamily="2" charset="0"/>
              </a:rPr>
              <a:t> 25 000</a:t>
            </a:r>
            <a:r>
              <a:rPr lang="en-US" sz="1150" b="0" i="0" dirty="0">
                <a:solidFill>
                  <a:schemeClr val="tx2">
                    <a:lumMod val="50000"/>
                  </a:schemeClr>
                </a:solidFill>
                <a:latin typeface="HSE Sans" panose="02000000000000000000" pitchFamily="2" charset="0"/>
              </a:rPr>
              <a:t>-</a:t>
            </a:r>
            <a:r>
              <a:rPr sz="1150" b="0" i="0" dirty="0">
                <a:solidFill>
                  <a:schemeClr val="tx2">
                    <a:lumMod val="50000"/>
                  </a:schemeClr>
                </a:solidFill>
                <a:latin typeface="HSE Sans" panose="02000000000000000000" pitchFamily="2" charset="0"/>
              </a:rPr>
              <a:t>33 000</a:t>
            </a:r>
            <a:r>
              <a:rPr lang="en-US" sz="1150" b="0" i="0" dirty="0">
                <a:solidFill>
                  <a:schemeClr val="tx2">
                    <a:lumMod val="50000"/>
                  </a:schemeClr>
                </a:solidFill>
                <a:latin typeface="HSE Sans" panose="02000000000000000000" pitchFamily="2" charset="0"/>
              </a:rPr>
              <a:t> flows</a:t>
            </a:r>
            <a:r>
              <a:rPr sz="1150" b="0" i="0" dirty="0">
                <a:solidFill>
                  <a:schemeClr val="tx2">
                    <a:lumMod val="50000"/>
                  </a:schemeClr>
                </a:solidFill>
                <a:latin typeface="HSE Sans" panose="02000000000000000000" pitchFamily="2" charset="0"/>
              </a:rPr>
              <a:t>/s on bare metal</a:t>
            </a:r>
          </a:p>
        </p:txBody>
      </p:sp>
      <p:sp>
        <p:nvSpPr>
          <p:cNvPr id="28" name="Text Placeholder 5">
            <a:extLst>
              <a:ext uri="{FF2B5EF4-FFF2-40B4-BE49-F238E27FC236}">
                <a16:creationId xmlns:a16="http://schemas.microsoft.com/office/drawing/2014/main" id="{3C86F7A0-A833-2E10-B99A-FF9CB6AD867D}"/>
              </a:ext>
            </a:extLst>
          </p:cNvPr>
          <p:cNvSpPr>
            <a:spLocks noGrp="1"/>
          </p:cNvSpPr>
          <p:nvPr>
            <p:ph type="body" sz="quarter" idx="13"/>
          </p:nvPr>
        </p:nvSpPr>
        <p:spPr>
          <a:xfrm>
            <a:off x="1143688" y="540904"/>
            <a:ext cx="5861545" cy="415925"/>
          </a:xfrm>
        </p:spPr>
        <p:txBody>
          <a:body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sp>
        <p:nvSpPr>
          <p:cNvPr id="29" name="Title 1">
            <a:extLst>
              <a:ext uri="{FF2B5EF4-FFF2-40B4-BE49-F238E27FC236}">
                <a16:creationId xmlns:a16="http://schemas.microsoft.com/office/drawing/2014/main" id="{4385E023-C453-757A-43AD-BB11C0FB7E54}"/>
              </a:ext>
            </a:extLst>
          </p:cNvPr>
          <p:cNvSpPr txBox="1">
            <a:spLocks/>
          </p:cNvSpPr>
          <p:nvPr/>
        </p:nvSpPr>
        <p:spPr>
          <a:xfrm>
            <a:off x="434185" y="1092853"/>
            <a:ext cx="8782038" cy="3385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RU" sz="2400" dirty="0">
                <a:solidFill>
                  <a:schemeClr val="tx2">
                    <a:lumMod val="50000"/>
                  </a:schemeClr>
                </a:solidFill>
                <a:latin typeface="HSE Sans" panose="02000000000000000000" pitchFamily="2" charset="0"/>
              </a:rPr>
              <a:t>Five Contributions</a:t>
            </a:r>
          </a:p>
        </p:txBody>
      </p:sp>
    </p:spTree>
    <p:extLst>
      <p:ext uri="{BB962C8B-B14F-4D97-AF65-F5344CB8AC3E}">
        <p14:creationId xmlns:p14="http://schemas.microsoft.com/office/powerpoint/2010/main" val="2507726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8" y="1447791"/>
            <a:ext cx="2936791" cy="415926"/>
          </a:xfrm>
        </p:spPr>
        <p:txBody>
          <a:bodyPr/>
          <a:lstStyle/>
          <a:p>
            <a:r>
              <a:rPr lang="en-US" dirty="0">
                <a:solidFill>
                  <a:schemeClr val="tx2">
                    <a:lumMod val="50000"/>
                  </a:schemeClr>
                </a:solidFill>
              </a:rPr>
              <a:t>Dataset and Features</a:t>
            </a:r>
            <a:endParaRPr lang="ru-RU" dirty="0">
              <a:solidFill>
                <a:schemeClr val="tx2">
                  <a:lumMod val="50000"/>
                </a:schemeClr>
              </a:solidFill>
            </a:endParaRPr>
          </a:p>
        </p:txBody>
      </p:sp>
      <p:pic>
        <p:nvPicPr>
          <p:cNvPr id="6" name="Picture 5" descr="figure_class_distribution.png">
            <a:extLst>
              <a:ext uri="{FF2B5EF4-FFF2-40B4-BE49-F238E27FC236}">
                <a16:creationId xmlns:a16="http://schemas.microsoft.com/office/drawing/2014/main" id="{4B5BE61B-25C7-14C1-1867-4AC05D400070}"/>
              </a:ext>
            </a:extLst>
          </p:cNvPr>
          <p:cNvPicPr>
            <a:picLocks noChangeAspect="1"/>
          </p:cNvPicPr>
          <p:nvPr/>
        </p:nvPicPr>
        <p:blipFill>
          <a:blip r:embed="rId2"/>
          <a:stretch>
            <a:fillRect/>
          </a:stretch>
        </p:blipFill>
        <p:spPr>
          <a:xfrm>
            <a:off x="4357641" y="2421477"/>
            <a:ext cx="6400800" cy="3251470"/>
          </a:xfrm>
          <a:prstGeom prst="rect">
            <a:avLst/>
          </a:prstGeom>
        </p:spPr>
      </p:pic>
      <p:sp>
        <p:nvSpPr>
          <p:cNvPr id="7" name="TextBox 6">
            <a:extLst>
              <a:ext uri="{FF2B5EF4-FFF2-40B4-BE49-F238E27FC236}">
                <a16:creationId xmlns:a16="http://schemas.microsoft.com/office/drawing/2014/main" id="{0763BEB0-FB63-2B98-9831-0843500202DB}"/>
              </a:ext>
            </a:extLst>
          </p:cNvPr>
          <p:cNvSpPr txBox="1"/>
          <p:nvPr/>
        </p:nvSpPr>
        <p:spPr>
          <a:xfrm>
            <a:off x="585898" y="2034639"/>
            <a:ext cx="4389120" cy="553998"/>
          </a:xfrm>
          <a:prstGeom prst="rect">
            <a:avLst/>
          </a:prstGeom>
          <a:noFill/>
        </p:spPr>
        <p:txBody>
          <a:bodyPr wrap="square" lIns="0" tIns="0" rIns="0" bIns="0" anchor="t">
            <a:spAutoFit/>
          </a:bodyPr>
          <a:lstStyle/>
          <a:p>
            <a:pPr algn="l"/>
            <a:r>
              <a:rPr sz="3600" b="1" dirty="0">
                <a:solidFill>
                  <a:srgbClr val="2A9D8F"/>
                </a:solidFill>
                <a:latin typeface="HSE Sans" panose="02000000000000000000" pitchFamily="2" charset="0"/>
              </a:rPr>
              <a:t>30.8</a:t>
            </a:r>
            <a:r>
              <a:rPr sz="3600" b="1" i="0" dirty="0">
                <a:solidFill>
                  <a:schemeClr val="tx2">
                    <a:lumMod val="50000"/>
                  </a:schemeClr>
                </a:solidFill>
                <a:latin typeface="HSE Sans" panose="02000000000000000000" pitchFamily="2" charset="0"/>
              </a:rPr>
              <a:t> </a:t>
            </a:r>
            <a:r>
              <a:rPr sz="3600" b="1" dirty="0">
                <a:solidFill>
                  <a:srgbClr val="2A9D8F"/>
                </a:solidFill>
                <a:latin typeface="HSE Sans" panose="02000000000000000000" pitchFamily="2" charset="0"/>
              </a:rPr>
              <a:t>M</a:t>
            </a:r>
          </a:p>
        </p:txBody>
      </p:sp>
      <p:sp>
        <p:nvSpPr>
          <p:cNvPr id="8" name="TextBox 7">
            <a:extLst>
              <a:ext uri="{FF2B5EF4-FFF2-40B4-BE49-F238E27FC236}">
                <a16:creationId xmlns:a16="http://schemas.microsoft.com/office/drawing/2014/main" id="{A1580309-310D-7447-69EF-329C8204A8F0}"/>
              </a:ext>
            </a:extLst>
          </p:cNvPr>
          <p:cNvSpPr txBox="1"/>
          <p:nvPr/>
        </p:nvSpPr>
        <p:spPr>
          <a:xfrm>
            <a:off x="585898" y="2720439"/>
            <a:ext cx="4389120" cy="184666"/>
          </a:xfrm>
          <a:prstGeom prst="rect">
            <a:avLst/>
          </a:prstGeom>
          <a:noFill/>
        </p:spPr>
        <p:txBody>
          <a:bodyPr wrap="square" lIns="0" tIns="0" rIns="0" bIns="0" anchor="t">
            <a:spAutoFit/>
          </a:bodyPr>
          <a:lstStyle/>
          <a:p>
            <a:pPr algn="l"/>
            <a:r>
              <a:rPr sz="1200" b="0" i="0" dirty="0">
                <a:solidFill>
                  <a:schemeClr val="tx2">
                    <a:lumMod val="50000"/>
                  </a:schemeClr>
                </a:solidFill>
                <a:latin typeface="HSE Sans" panose="02000000000000000000" pitchFamily="2" charset="0"/>
              </a:rPr>
              <a:t>labelled per-flow records (89.13% BENIGN)</a:t>
            </a:r>
          </a:p>
        </p:txBody>
      </p:sp>
      <p:sp>
        <p:nvSpPr>
          <p:cNvPr id="9" name="TextBox 8">
            <a:extLst>
              <a:ext uri="{FF2B5EF4-FFF2-40B4-BE49-F238E27FC236}">
                <a16:creationId xmlns:a16="http://schemas.microsoft.com/office/drawing/2014/main" id="{F414174D-77C1-A66C-912C-89B4E152284E}"/>
              </a:ext>
            </a:extLst>
          </p:cNvPr>
          <p:cNvSpPr txBox="1"/>
          <p:nvPr/>
        </p:nvSpPr>
        <p:spPr>
          <a:xfrm>
            <a:off x="585898" y="3269079"/>
            <a:ext cx="4389120" cy="553998"/>
          </a:xfrm>
          <a:prstGeom prst="rect">
            <a:avLst/>
          </a:prstGeom>
          <a:noFill/>
        </p:spPr>
        <p:txBody>
          <a:bodyPr wrap="square" lIns="0" tIns="0" rIns="0" bIns="0" anchor="t">
            <a:spAutoFit/>
          </a:bodyPr>
          <a:lstStyle/>
          <a:p>
            <a:pPr algn="l"/>
            <a:r>
              <a:rPr sz="3600" b="1" dirty="0">
                <a:solidFill>
                  <a:srgbClr val="F4A261"/>
                </a:solidFill>
                <a:latin typeface="HSE Sans" panose="02000000000000000000" pitchFamily="2" charset="0"/>
              </a:rPr>
              <a:t>9 classes</a:t>
            </a:r>
          </a:p>
        </p:txBody>
      </p:sp>
      <p:sp>
        <p:nvSpPr>
          <p:cNvPr id="10" name="TextBox 9">
            <a:extLst>
              <a:ext uri="{FF2B5EF4-FFF2-40B4-BE49-F238E27FC236}">
                <a16:creationId xmlns:a16="http://schemas.microsoft.com/office/drawing/2014/main" id="{4C860036-4E0E-E4AA-B3E4-1E01FB42AD5F}"/>
              </a:ext>
            </a:extLst>
          </p:cNvPr>
          <p:cNvSpPr txBox="1"/>
          <p:nvPr/>
        </p:nvSpPr>
        <p:spPr>
          <a:xfrm>
            <a:off x="585898" y="3954879"/>
            <a:ext cx="4389120" cy="184666"/>
          </a:xfrm>
          <a:prstGeom prst="rect">
            <a:avLst/>
          </a:prstGeom>
          <a:noFill/>
        </p:spPr>
        <p:txBody>
          <a:bodyPr wrap="square" lIns="0" tIns="0" rIns="0" bIns="0" anchor="t">
            <a:spAutoFit/>
          </a:bodyPr>
          <a:lstStyle/>
          <a:p>
            <a:pPr algn="l"/>
            <a:r>
              <a:rPr sz="1200" b="0" i="0">
                <a:solidFill>
                  <a:schemeClr val="tx2">
                    <a:lumMod val="50000"/>
                  </a:schemeClr>
                </a:solidFill>
                <a:latin typeface="HSE Sans" panose="02000000000000000000" pitchFamily="2" charset="0"/>
              </a:rPr>
              <a:t>BENIGN + 8 attack classes; labels from 5 of 10 days</a:t>
            </a:r>
          </a:p>
        </p:txBody>
      </p:sp>
      <p:sp>
        <p:nvSpPr>
          <p:cNvPr id="11" name="TextBox 10">
            <a:extLst>
              <a:ext uri="{FF2B5EF4-FFF2-40B4-BE49-F238E27FC236}">
                <a16:creationId xmlns:a16="http://schemas.microsoft.com/office/drawing/2014/main" id="{E1323536-8994-BCB6-239A-6F95FFD28548}"/>
              </a:ext>
            </a:extLst>
          </p:cNvPr>
          <p:cNvSpPr txBox="1"/>
          <p:nvPr/>
        </p:nvSpPr>
        <p:spPr>
          <a:xfrm>
            <a:off x="585898" y="4503518"/>
            <a:ext cx="4389120" cy="553998"/>
          </a:xfrm>
          <a:prstGeom prst="rect">
            <a:avLst/>
          </a:prstGeom>
          <a:noFill/>
        </p:spPr>
        <p:txBody>
          <a:bodyPr wrap="square" lIns="0" tIns="0" rIns="0" bIns="0" anchor="t">
            <a:spAutoFit/>
          </a:bodyPr>
          <a:lstStyle/>
          <a:p>
            <a:pPr algn="l"/>
            <a:r>
              <a:rPr sz="3600" b="1" dirty="0">
                <a:solidFill>
                  <a:srgbClr val="065A82"/>
                </a:solidFill>
                <a:latin typeface="HSE Sans" panose="02000000000000000000" pitchFamily="2" charset="0"/>
              </a:rPr>
              <a:t>12 + 5</a:t>
            </a:r>
          </a:p>
        </p:txBody>
      </p:sp>
      <p:sp>
        <p:nvSpPr>
          <p:cNvPr id="12" name="TextBox 11">
            <a:extLst>
              <a:ext uri="{FF2B5EF4-FFF2-40B4-BE49-F238E27FC236}">
                <a16:creationId xmlns:a16="http://schemas.microsoft.com/office/drawing/2014/main" id="{B7AC4728-5A9B-7DE4-ABFD-78BFD5C4C552}"/>
              </a:ext>
            </a:extLst>
          </p:cNvPr>
          <p:cNvSpPr txBox="1"/>
          <p:nvPr/>
        </p:nvSpPr>
        <p:spPr>
          <a:xfrm>
            <a:off x="585898" y="5189318"/>
            <a:ext cx="4389120" cy="184666"/>
          </a:xfrm>
          <a:prstGeom prst="rect">
            <a:avLst/>
          </a:prstGeom>
          <a:noFill/>
        </p:spPr>
        <p:txBody>
          <a:bodyPr wrap="square" lIns="0" tIns="0" rIns="0" bIns="0" anchor="t">
            <a:spAutoFit/>
          </a:bodyPr>
          <a:lstStyle/>
          <a:p>
            <a:pPr algn="l"/>
            <a:r>
              <a:rPr sz="1200" b="0" i="0">
                <a:solidFill>
                  <a:schemeClr val="tx2">
                    <a:lumMod val="50000"/>
                  </a:schemeClr>
                </a:solidFill>
                <a:latin typeface="HSE Sans" panose="02000000000000000000" pitchFamily="2" charset="0"/>
              </a:rPr>
              <a:t>Zeek conn.log features (baseline + temporal)</a:t>
            </a:r>
          </a:p>
        </p:txBody>
      </p:sp>
      <p:sp>
        <p:nvSpPr>
          <p:cNvPr id="19" name="Заголовок 2">
            <a:extLst>
              <a:ext uri="{FF2B5EF4-FFF2-40B4-BE49-F238E27FC236}">
                <a16:creationId xmlns:a16="http://schemas.microsoft.com/office/drawing/2014/main" id="{FC9906B4-55A8-9812-7710-A6B08EA20B85}"/>
              </a:ext>
            </a:extLst>
          </p:cNvPr>
          <p:cNvSpPr txBox="1">
            <a:spLocks/>
          </p:cNvSpPr>
          <p:nvPr/>
        </p:nvSpPr>
        <p:spPr>
          <a:xfrm>
            <a:off x="4755662" y="1447791"/>
            <a:ext cx="2936791" cy="415926"/>
          </a:xfrm>
          <a:prstGeom prst="rect">
            <a:avLst/>
          </a:prstGeom>
        </p:spPr>
        <p:txBody>
          <a:bodyPr lIns="0" tIns="0" rIns="0" bIns="0" anchor="t">
            <a:normAutofit/>
          </a:bodyPr>
          <a:lstStyle>
            <a:lvl1pPr algn="l" defTabSz="914400" rtl="0" eaLnBrk="1" latinLnBrk="0" hangingPunct="1">
              <a:lnSpc>
                <a:spcPct val="100000"/>
              </a:lnSpc>
              <a:spcBef>
                <a:spcPct val="0"/>
              </a:spcBef>
              <a:buNone/>
              <a:defRPr sz="2400" b="0" i="0" kern="1200">
                <a:solidFill>
                  <a:schemeClr val="tx1"/>
                </a:solidFill>
                <a:latin typeface="HSE Sans" panose="02000000000000000000" pitchFamily="2" charset="0"/>
                <a:ea typeface="+mj-ea"/>
                <a:cs typeface="+mj-cs"/>
              </a:defRPr>
            </a:lvl1pPr>
          </a:lstStyle>
          <a:p>
            <a:r>
              <a:rPr lang="en-US" dirty="0">
                <a:solidFill>
                  <a:schemeClr val="tx2">
                    <a:lumMod val="50000"/>
                  </a:schemeClr>
                </a:solidFill>
              </a:rPr>
              <a:t>Class Distribution</a:t>
            </a:r>
            <a:endParaRPr lang="ru-RU" dirty="0">
              <a:solidFill>
                <a:schemeClr val="tx2">
                  <a:lumMod val="50000"/>
                </a:schemeClr>
              </a:solidFill>
            </a:endParaRPr>
          </a:p>
        </p:txBody>
      </p:sp>
      <p:sp>
        <p:nvSpPr>
          <p:cNvPr id="2" name="Text Placeholder 5">
            <a:extLst>
              <a:ext uri="{FF2B5EF4-FFF2-40B4-BE49-F238E27FC236}">
                <a16:creationId xmlns:a16="http://schemas.microsoft.com/office/drawing/2014/main" id="{626DCFDC-1C43-641D-8CD4-D75EC808067E}"/>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tx2">
                    <a:lumMod val="50000"/>
                  </a:schemeClr>
                </a:solidFill>
              </a:rPr>
              <a:t>Machine Learning Methods in Network Attacks Detection</a:t>
            </a:r>
          </a:p>
          <a:p>
            <a:r>
              <a:rPr lang="en-GB">
                <a:solidFill>
                  <a:schemeClr val="tx2">
                    <a:lumMod val="50000"/>
                  </a:schemeClr>
                </a:solidFill>
              </a:rPr>
              <a:t>Danila Zhukov, Moscow 2026</a:t>
            </a:r>
            <a:endParaRPr lang="en-RU" dirty="0">
              <a:solidFill>
                <a:schemeClr val="tx2">
                  <a:lumMod val="50000"/>
                </a:schemeClr>
              </a:solidFill>
            </a:endParaRPr>
          </a:p>
        </p:txBody>
      </p:sp>
    </p:spTree>
    <p:extLst>
      <p:ext uri="{BB962C8B-B14F-4D97-AF65-F5344CB8AC3E}">
        <p14:creationId xmlns:p14="http://schemas.microsoft.com/office/powerpoint/2010/main" val="2613851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5DCB54-FE73-1605-5D14-F2B54263EEC7}"/>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E05CDC6D-750D-3C8E-4936-EFEDBA3446D9}"/>
              </a:ext>
            </a:extLst>
          </p:cNvPr>
          <p:cNvSpPr>
            <a:spLocks noGrp="1"/>
          </p:cNvSpPr>
          <p:nvPr>
            <p:ph type="title"/>
          </p:nvPr>
        </p:nvSpPr>
        <p:spPr/>
        <p:txBody>
          <a:bodyPr/>
          <a:lstStyle/>
          <a:p>
            <a:r>
              <a:rPr lang="en-US" dirty="0">
                <a:solidFill>
                  <a:schemeClr val="tx2">
                    <a:lumMod val="50000"/>
                  </a:schemeClr>
                </a:solidFill>
              </a:rPr>
              <a:t>Offline Classifier </a:t>
            </a:r>
            <a:r>
              <a:rPr lang="en-US" dirty="0" err="1">
                <a:solidFill>
                  <a:schemeClr val="tx2">
                    <a:lumMod val="50000"/>
                  </a:schemeClr>
                </a:solidFill>
              </a:rPr>
              <a:t>Comparsion</a:t>
            </a:r>
            <a:endParaRPr lang="ru-RU" dirty="0">
              <a:solidFill>
                <a:schemeClr val="tx2">
                  <a:lumMod val="50000"/>
                </a:schemeClr>
              </a:solidFill>
            </a:endParaRPr>
          </a:p>
        </p:txBody>
      </p:sp>
      <p:sp>
        <p:nvSpPr>
          <p:cNvPr id="16" name="Текст 15">
            <a:extLst>
              <a:ext uri="{FF2B5EF4-FFF2-40B4-BE49-F238E27FC236}">
                <a16:creationId xmlns:a16="http://schemas.microsoft.com/office/drawing/2014/main" id="{060A5BE0-6E8F-F367-8485-D3F2E0B601C6}"/>
              </a:ext>
            </a:extLst>
          </p:cNvPr>
          <p:cNvSpPr>
            <a:spLocks noGrp="1"/>
          </p:cNvSpPr>
          <p:nvPr>
            <p:ph type="body" sz="quarter" idx="12"/>
          </p:nvPr>
        </p:nvSpPr>
        <p:spPr>
          <a:xfrm>
            <a:off x="409435" y="2105390"/>
            <a:ext cx="6440544" cy="4473810"/>
          </a:xfrm>
        </p:spPr>
        <p:txBody>
          <a:bodyPr>
            <a:normAutofit lnSpcReduction="10000"/>
          </a:bodyPr>
          <a:lstStyle/>
          <a:p>
            <a:r>
              <a:rPr lang="en-US" b="1" dirty="0">
                <a:solidFill>
                  <a:schemeClr val="tx2">
                    <a:lumMod val="50000"/>
                  </a:schemeClr>
                </a:solidFill>
              </a:rPr>
              <a:t>Training Setup</a:t>
            </a:r>
          </a:p>
          <a:p>
            <a:r>
              <a:rPr lang="en-GB" sz="1400" dirty="0">
                <a:solidFill>
                  <a:schemeClr val="tx2">
                    <a:lumMod val="50000"/>
                  </a:schemeClr>
                </a:solidFill>
              </a:rPr>
              <a:t>80 / 20 stratified random split  ·  inverse-frequency class weights  ·  weighted F1 + macro F1 reported (Tables 6, 7)  ·  full hyperparameters in backup B6.</a:t>
            </a:r>
          </a:p>
          <a:p>
            <a:endParaRPr lang="en-US" dirty="0">
              <a:solidFill>
                <a:schemeClr val="tx2">
                  <a:lumMod val="50000"/>
                </a:schemeClr>
              </a:solidFill>
            </a:endParaRPr>
          </a:p>
          <a:p>
            <a:r>
              <a:rPr lang="en-US" b="1" dirty="0">
                <a:solidFill>
                  <a:schemeClr val="tx2">
                    <a:lumMod val="50000"/>
                  </a:schemeClr>
                </a:solidFill>
              </a:rPr>
              <a:t>Macro F1 Exposes week Classes</a:t>
            </a:r>
          </a:p>
          <a:p>
            <a:r>
              <a:rPr lang="en-US" dirty="0">
                <a:solidFill>
                  <a:schemeClr val="tx2">
                    <a:lumMod val="50000"/>
                  </a:schemeClr>
                </a:solidFill>
              </a:rPr>
              <a:t>Weighted F1 ≈ 0.994 across all three models is dominated by BENIGN (≈ 89 % of flows). Macro F1 ≈ 0.86 reveals weak per-class scores: </a:t>
            </a:r>
            <a:r>
              <a:rPr lang="en-US" dirty="0" err="1">
                <a:solidFill>
                  <a:schemeClr val="tx2">
                    <a:lumMod val="50000"/>
                  </a:schemeClr>
                </a:solidFill>
              </a:rPr>
              <a:t>SlowHTTPTest</a:t>
            </a:r>
            <a:r>
              <a:rPr lang="en-US" dirty="0">
                <a:solidFill>
                  <a:schemeClr val="tx2">
                    <a:lumMod val="50000"/>
                  </a:schemeClr>
                </a:solidFill>
              </a:rPr>
              <a:t> 0.60, FTP-</a:t>
            </a:r>
            <a:r>
              <a:rPr lang="en-US" dirty="0" err="1">
                <a:solidFill>
                  <a:schemeClr val="tx2">
                    <a:lumMod val="50000"/>
                  </a:schemeClr>
                </a:solidFill>
              </a:rPr>
              <a:t>BruteForce</a:t>
            </a:r>
            <a:r>
              <a:rPr lang="en-US" dirty="0">
                <a:solidFill>
                  <a:schemeClr val="tx2">
                    <a:lumMod val="50000"/>
                  </a:schemeClr>
                </a:solidFill>
              </a:rPr>
              <a:t> 0.81, Bot 0.50 (</a:t>
            </a:r>
            <a:r>
              <a:rPr lang="en-US" dirty="0" err="1">
                <a:solidFill>
                  <a:schemeClr val="tx2">
                    <a:lumMod val="50000"/>
                  </a:schemeClr>
                </a:solidFill>
              </a:rPr>
              <a:t>XGBoost</a:t>
            </a:r>
            <a:r>
              <a:rPr lang="en-US" dirty="0">
                <a:solidFill>
                  <a:schemeClr val="tx2">
                    <a:lumMod val="50000"/>
                  </a:schemeClr>
                </a:solidFill>
              </a:rPr>
              <a:t>, Table 7 of the thesis). The next slide </a:t>
            </a:r>
            <a:r>
              <a:rPr lang="en-US" dirty="0" err="1">
                <a:solidFill>
                  <a:schemeClr val="tx2">
                    <a:lumMod val="50000"/>
                  </a:schemeClr>
                </a:solidFill>
              </a:rPr>
              <a:t>visualises</a:t>
            </a:r>
            <a:r>
              <a:rPr lang="en-US" dirty="0">
                <a:solidFill>
                  <a:schemeClr val="tx2">
                    <a:lumMod val="50000"/>
                  </a:schemeClr>
                </a:solidFill>
              </a:rPr>
              <a:t> this directly.</a:t>
            </a:r>
          </a:p>
          <a:p>
            <a:endParaRPr lang="en-US" b="1" dirty="0">
              <a:solidFill>
                <a:schemeClr val="tx2">
                  <a:lumMod val="50000"/>
                </a:schemeClr>
              </a:solidFill>
            </a:endParaRPr>
          </a:p>
          <a:p>
            <a:r>
              <a:rPr lang="en-US" b="1" dirty="0">
                <a:solidFill>
                  <a:schemeClr val="tx2">
                    <a:lumMod val="50000"/>
                  </a:schemeClr>
                </a:solidFill>
              </a:rPr>
              <a:t>Why </a:t>
            </a:r>
            <a:r>
              <a:rPr lang="en-US" b="1" dirty="0" err="1">
                <a:solidFill>
                  <a:schemeClr val="tx2">
                    <a:lumMod val="50000"/>
                  </a:schemeClr>
                </a:solidFill>
              </a:rPr>
              <a:t>XGBoost</a:t>
            </a:r>
            <a:endParaRPr lang="en-US" b="1" dirty="0">
              <a:solidFill>
                <a:schemeClr val="tx2">
                  <a:lumMod val="50000"/>
                </a:schemeClr>
              </a:solidFill>
            </a:endParaRPr>
          </a:p>
          <a:p>
            <a:endParaRPr lang="en-US" b="1" dirty="0">
              <a:solidFill>
                <a:schemeClr val="tx2">
                  <a:lumMod val="50000"/>
                </a:schemeClr>
              </a:solidFill>
            </a:endParaRP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Native JSON serialization — version-independent loading in the consumer.</a:t>
            </a: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Built-in handling of missing values — no extra preprocessing in the Spark stage.</a:t>
            </a: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Random Forest in production would require </a:t>
            </a:r>
            <a:r>
              <a:rPr lang="en-GB" sz="1400" dirty="0" err="1">
                <a:solidFill>
                  <a:schemeClr val="tx2">
                    <a:lumMod val="50000"/>
                  </a:schemeClr>
                </a:solidFill>
              </a:rPr>
              <a:t>joblib</a:t>
            </a:r>
            <a:r>
              <a:rPr lang="en-GB" sz="1400" dirty="0">
                <a:solidFill>
                  <a:schemeClr val="tx2">
                    <a:lumMod val="50000"/>
                  </a:schemeClr>
                </a:solidFill>
              </a:rPr>
              <a:t> + matched scikit-learn version (fragile).</a:t>
            </a: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Offline weighted F1 differs by less than 0.001 across all three models — choice driven by </a:t>
            </a:r>
            <a:r>
              <a:rPr lang="en-GB" sz="1400" dirty="0" err="1">
                <a:solidFill>
                  <a:schemeClr val="tx2">
                    <a:lumMod val="50000"/>
                  </a:schemeClr>
                </a:solidFill>
              </a:rPr>
              <a:t>deployability</a:t>
            </a:r>
            <a:r>
              <a:rPr lang="en-GB" sz="1400" dirty="0">
                <a:solidFill>
                  <a:schemeClr val="tx2">
                    <a:lumMod val="50000"/>
                  </a:schemeClr>
                </a:solidFill>
              </a:rPr>
              <a:t>.</a:t>
            </a:r>
          </a:p>
          <a:p>
            <a:endParaRPr lang="en-US" b="1" dirty="0">
              <a:solidFill>
                <a:schemeClr val="tx2">
                  <a:lumMod val="50000"/>
                </a:schemeClr>
              </a:solidFill>
            </a:endParaRPr>
          </a:p>
        </p:txBody>
      </p:sp>
      <p:graphicFrame>
        <p:nvGraphicFramePr>
          <p:cNvPr id="2" name="Table 1">
            <a:extLst>
              <a:ext uri="{FF2B5EF4-FFF2-40B4-BE49-F238E27FC236}">
                <a16:creationId xmlns:a16="http://schemas.microsoft.com/office/drawing/2014/main" id="{908D9972-7E40-04D8-B1F7-46F51DCAA79F}"/>
              </a:ext>
            </a:extLst>
          </p:cNvPr>
          <p:cNvGraphicFramePr>
            <a:graphicFrameLocks noGrp="1"/>
          </p:cNvGraphicFramePr>
          <p:nvPr>
            <p:extLst>
              <p:ext uri="{D42A27DB-BD31-4B8C-83A1-F6EECF244321}">
                <p14:modId xmlns:p14="http://schemas.microsoft.com/office/powerpoint/2010/main" val="2570526035"/>
              </p:ext>
            </p:extLst>
          </p:nvPr>
        </p:nvGraphicFramePr>
        <p:xfrm>
          <a:off x="6979559" y="2119495"/>
          <a:ext cx="4803006" cy="1885076"/>
        </p:xfrm>
        <a:graphic>
          <a:graphicData uri="http://schemas.openxmlformats.org/drawingml/2006/table">
            <a:tbl>
              <a:tblPr firstRow="1" bandRow="1">
                <a:tableStyleId>{F2DE63D5-997A-4646-A377-4702673A728D}</a:tableStyleId>
              </a:tblPr>
              <a:tblGrid>
                <a:gridCol w="1408882">
                  <a:extLst>
                    <a:ext uri="{9D8B030D-6E8A-4147-A177-3AD203B41FA5}">
                      <a16:colId xmlns:a16="http://schemas.microsoft.com/office/drawing/2014/main" val="20000"/>
                    </a:ext>
                  </a:extLst>
                </a:gridCol>
                <a:gridCol w="1152721">
                  <a:extLst>
                    <a:ext uri="{9D8B030D-6E8A-4147-A177-3AD203B41FA5}">
                      <a16:colId xmlns:a16="http://schemas.microsoft.com/office/drawing/2014/main" val="20001"/>
                    </a:ext>
                  </a:extLst>
                </a:gridCol>
                <a:gridCol w="960601">
                  <a:extLst>
                    <a:ext uri="{9D8B030D-6E8A-4147-A177-3AD203B41FA5}">
                      <a16:colId xmlns:a16="http://schemas.microsoft.com/office/drawing/2014/main" val="20002"/>
                    </a:ext>
                  </a:extLst>
                </a:gridCol>
                <a:gridCol w="1280802">
                  <a:extLst>
                    <a:ext uri="{9D8B030D-6E8A-4147-A177-3AD203B41FA5}">
                      <a16:colId xmlns:a16="http://schemas.microsoft.com/office/drawing/2014/main" val="20003"/>
                    </a:ext>
                  </a:extLst>
                </a:gridCol>
              </a:tblGrid>
              <a:tr h="471269">
                <a:tc>
                  <a:txBody>
                    <a:bodyPr/>
                    <a:lstStyle/>
                    <a:p>
                      <a:pPr algn="l"/>
                      <a:r>
                        <a:rPr sz="1200" b="0" dirty="0">
                          <a:solidFill>
                            <a:schemeClr val="bg1"/>
                          </a:solidFill>
                        </a:rPr>
                        <a:t>Model</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chemeClr val="bg1"/>
                          </a:solidFill>
                        </a:rPr>
                        <a:t>Weighted F1</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chemeClr val="bg1"/>
                          </a:solidFill>
                        </a:rPr>
                        <a:t>Macro F1</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chemeClr val="bg1"/>
                          </a:solidFill>
                        </a:rPr>
                        <a:t>Training time</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471269">
                <a:tc>
                  <a:txBody>
                    <a:bodyPr/>
                    <a:lstStyle/>
                    <a:p>
                      <a:pPr algn="l"/>
                      <a:r>
                        <a:rPr sz="1200" dirty="0">
                          <a:solidFill>
                            <a:schemeClr val="tx2">
                              <a:lumMod val="50000"/>
                            </a:schemeClr>
                          </a:solidFill>
                        </a:rPr>
                        <a:t>Random Forest</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dirty="0">
                          <a:solidFill>
                            <a:schemeClr val="tx2">
                              <a:lumMod val="50000"/>
                            </a:schemeClr>
                          </a:solidFill>
                        </a:rPr>
                        <a:t>0.9947</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0.8687</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770 s</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r h="471269">
                <a:tc>
                  <a:txBody>
                    <a:bodyPr/>
                    <a:lstStyle/>
                    <a:p>
                      <a:pPr algn="l"/>
                      <a:r>
                        <a:rPr sz="1200">
                          <a:solidFill>
                            <a:schemeClr val="tx2">
                              <a:lumMod val="50000"/>
                            </a:schemeClr>
                          </a:solidFill>
                        </a:rPr>
                        <a:t>XGBoost</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dirty="0">
                          <a:solidFill>
                            <a:schemeClr val="tx2">
                              <a:lumMod val="50000"/>
                            </a:schemeClr>
                          </a:solidFill>
                        </a:rPr>
                        <a:t>0.9946</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0.8613</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1 418 s</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471269">
                <a:tc>
                  <a:txBody>
                    <a:bodyPr/>
                    <a:lstStyle/>
                    <a:p>
                      <a:pPr algn="l"/>
                      <a:r>
                        <a:rPr sz="1200">
                          <a:solidFill>
                            <a:schemeClr val="tx2">
                              <a:lumMod val="50000"/>
                            </a:schemeClr>
                          </a:solidFill>
                        </a:rPr>
                        <a:t>LightGBM</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0.9943</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0.8588</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dirty="0">
                          <a:solidFill>
                            <a:schemeClr val="tx2">
                              <a:lumMod val="50000"/>
                            </a:schemeClr>
                          </a:solidFill>
                        </a:rPr>
                        <a:t>377 s</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 Placeholder 5">
            <a:extLst>
              <a:ext uri="{FF2B5EF4-FFF2-40B4-BE49-F238E27FC236}">
                <a16:creationId xmlns:a16="http://schemas.microsoft.com/office/drawing/2014/main" id="{E0D9E8B9-0BBB-D8B5-6E2C-25C4A282511C}"/>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tx2">
                    <a:lumMod val="50000"/>
                  </a:schemeClr>
                </a:solidFill>
              </a:rPr>
              <a:t>Machine Learning Methods in Network Attacks Detection</a:t>
            </a:r>
          </a:p>
          <a:p>
            <a:r>
              <a:rPr lang="en-GB">
                <a:solidFill>
                  <a:schemeClr val="tx2">
                    <a:lumMod val="50000"/>
                  </a:schemeClr>
                </a:solidFill>
              </a:rPr>
              <a:t>Danila Zhukov, Moscow 2026</a:t>
            </a:r>
            <a:endParaRPr lang="en-RU" dirty="0">
              <a:solidFill>
                <a:schemeClr val="tx2">
                  <a:lumMod val="50000"/>
                </a:schemeClr>
              </a:solidFill>
            </a:endParaRPr>
          </a:p>
        </p:txBody>
      </p:sp>
    </p:spTree>
    <p:extLst>
      <p:ext uri="{BB962C8B-B14F-4D97-AF65-F5344CB8AC3E}">
        <p14:creationId xmlns:p14="http://schemas.microsoft.com/office/powerpoint/2010/main" val="3847813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D98B-18FF-ED3C-569A-37859E3E5E3B}"/>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14964807-7A16-B30E-FB6C-1D0A584B3D32}"/>
              </a:ext>
            </a:extLst>
          </p:cNvPr>
          <p:cNvSpPr>
            <a:spLocks noGrp="1"/>
          </p:cNvSpPr>
          <p:nvPr>
            <p:ph type="title"/>
          </p:nvPr>
        </p:nvSpPr>
        <p:spPr/>
        <p:txBody>
          <a:bodyPr>
            <a:normAutofit/>
          </a:bodyPr>
          <a:lstStyle/>
          <a:p>
            <a:r>
              <a:rPr lang="en-US" dirty="0">
                <a:solidFill>
                  <a:schemeClr val="tx2">
                    <a:lumMod val="50000"/>
                  </a:schemeClr>
                </a:solidFill>
              </a:rPr>
              <a:t>Offline Metrics look excellent</a:t>
            </a:r>
            <a:br>
              <a:rPr lang="en-US" dirty="0">
                <a:solidFill>
                  <a:schemeClr val="tx2">
                    <a:lumMod val="50000"/>
                  </a:schemeClr>
                </a:solidFill>
              </a:rPr>
            </a:br>
            <a:endParaRPr lang="ru-RU" dirty="0">
              <a:solidFill>
                <a:schemeClr val="tx2">
                  <a:lumMod val="50000"/>
                </a:schemeClr>
              </a:solidFill>
            </a:endParaRPr>
          </a:p>
        </p:txBody>
      </p:sp>
      <p:sp>
        <p:nvSpPr>
          <p:cNvPr id="16" name="Текст 15">
            <a:extLst>
              <a:ext uri="{FF2B5EF4-FFF2-40B4-BE49-F238E27FC236}">
                <a16:creationId xmlns:a16="http://schemas.microsoft.com/office/drawing/2014/main" id="{5D0B3902-100A-6668-151B-5054A35F2E07}"/>
              </a:ext>
            </a:extLst>
          </p:cNvPr>
          <p:cNvSpPr>
            <a:spLocks noGrp="1"/>
          </p:cNvSpPr>
          <p:nvPr>
            <p:ph type="body" sz="quarter" idx="12"/>
          </p:nvPr>
        </p:nvSpPr>
        <p:spPr>
          <a:xfrm>
            <a:off x="409435" y="2105390"/>
            <a:ext cx="6440544" cy="4473810"/>
          </a:xfrm>
        </p:spPr>
        <p:txBody>
          <a:bodyPr>
            <a:normAutofit lnSpcReduction="10000"/>
          </a:bodyPr>
          <a:lstStyle/>
          <a:p>
            <a:r>
              <a:rPr lang="en-US" b="1" dirty="0">
                <a:solidFill>
                  <a:schemeClr val="tx2">
                    <a:lumMod val="50000"/>
                  </a:schemeClr>
                </a:solidFill>
              </a:rPr>
              <a:t>Training Setup</a:t>
            </a:r>
          </a:p>
          <a:p>
            <a:r>
              <a:rPr lang="en-GB" sz="1400" dirty="0">
                <a:solidFill>
                  <a:schemeClr val="tx2">
                    <a:lumMod val="50000"/>
                  </a:schemeClr>
                </a:solidFill>
              </a:rPr>
              <a:t>80 / 20 stratified random split  ·  inverse-frequency class weights  ·  weighted F1 + macro F1 reported (Tables 6, 7)  ·  full hyperparameters in backup B6.</a:t>
            </a:r>
          </a:p>
          <a:p>
            <a:endParaRPr lang="en-US" dirty="0">
              <a:solidFill>
                <a:schemeClr val="tx2">
                  <a:lumMod val="50000"/>
                </a:schemeClr>
              </a:solidFill>
            </a:endParaRPr>
          </a:p>
          <a:p>
            <a:r>
              <a:rPr lang="en-US" b="1" dirty="0">
                <a:solidFill>
                  <a:schemeClr val="tx2">
                    <a:lumMod val="50000"/>
                  </a:schemeClr>
                </a:solidFill>
              </a:rPr>
              <a:t>Macro F1 Exposes week Classes</a:t>
            </a:r>
          </a:p>
          <a:p>
            <a:r>
              <a:rPr lang="en-US" dirty="0">
                <a:solidFill>
                  <a:schemeClr val="tx2">
                    <a:lumMod val="50000"/>
                  </a:schemeClr>
                </a:solidFill>
              </a:rPr>
              <a:t>Weighted F1 ≈ 0.994 across all three models is dominated by BENIGN (≈ 89 % of flows). Macro F1 ≈ 0.86 reveals weak per-class scores: </a:t>
            </a:r>
            <a:r>
              <a:rPr lang="en-US" dirty="0" err="1">
                <a:solidFill>
                  <a:schemeClr val="tx2">
                    <a:lumMod val="50000"/>
                  </a:schemeClr>
                </a:solidFill>
              </a:rPr>
              <a:t>SlowHTTPTest</a:t>
            </a:r>
            <a:r>
              <a:rPr lang="en-US" dirty="0">
                <a:solidFill>
                  <a:schemeClr val="tx2">
                    <a:lumMod val="50000"/>
                  </a:schemeClr>
                </a:solidFill>
              </a:rPr>
              <a:t> 0.60, FTP-</a:t>
            </a:r>
            <a:r>
              <a:rPr lang="en-US" dirty="0" err="1">
                <a:solidFill>
                  <a:schemeClr val="tx2">
                    <a:lumMod val="50000"/>
                  </a:schemeClr>
                </a:solidFill>
              </a:rPr>
              <a:t>BruteForce</a:t>
            </a:r>
            <a:r>
              <a:rPr lang="en-US" dirty="0">
                <a:solidFill>
                  <a:schemeClr val="tx2">
                    <a:lumMod val="50000"/>
                  </a:schemeClr>
                </a:solidFill>
              </a:rPr>
              <a:t> 0.81, Bot 0.50 (</a:t>
            </a:r>
            <a:r>
              <a:rPr lang="en-US" dirty="0" err="1">
                <a:solidFill>
                  <a:schemeClr val="tx2">
                    <a:lumMod val="50000"/>
                  </a:schemeClr>
                </a:solidFill>
              </a:rPr>
              <a:t>XGBoost</a:t>
            </a:r>
            <a:r>
              <a:rPr lang="en-US" dirty="0">
                <a:solidFill>
                  <a:schemeClr val="tx2">
                    <a:lumMod val="50000"/>
                  </a:schemeClr>
                </a:solidFill>
              </a:rPr>
              <a:t>, Table 7 of the thesis). The next slide </a:t>
            </a:r>
            <a:r>
              <a:rPr lang="en-US" dirty="0" err="1">
                <a:solidFill>
                  <a:schemeClr val="tx2">
                    <a:lumMod val="50000"/>
                  </a:schemeClr>
                </a:solidFill>
              </a:rPr>
              <a:t>visualises</a:t>
            </a:r>
            <a:r>
              <a:rPr lang="en-US" dirty="0">
                <a:solidFill>
                  <a:schemeClr val="tx2">
                    <a:lumMod val="50000"/>
                  </a:schemeClr>
                </a:solidFill>
              </a:rPr>
              <a:t> this directly.</a:t>
            </a:r>
          </a:p>
          <a:p>
            <a:endParaRPr lang="en-US" b="1" dirty="0">
              <a:solidFill>
                <a:schemeClr val="tx2">
                  <a:lumMod val="50000"/>
                </a:schemeClr>
              </a:solidFill>
            </a:endParaRPr>
          </a:p>
          <a:p>
            <a:r>
              <a:rPr lang="en-US" b="1" dirty="0">
                <a:solidFill>
                  <a:schemeClr val="tx2">
                    <a:lumMod val="50000"/>
                  </a:schemeClr>
                </a:solidFill>
              </a:rPr>
              <a:t>Why </a:t>
            </a:r>
            <a:r>
              <a:rPr lang="en-US" b="1" dirty="0" err="1">
                <a:solidFill>
                  <a:schemeClr val="tx2">
                    <a:lumMod val="50000"/>
                  </a:schemeClr>
                </a:solidFill>
              </a:rPr>
              <a:t>XGBoost</a:t>
            </a:r>
            <a:endParaRPr lang="en-US" b="1" dirty="0">
              <a:solidFill>
                <a:schemeClr val="tx2">
                  <a:lumMod val="50000"/>
                </a:schemeClr>
              </a:solidFill>
            </a:endParaRPr>
          </a:p>
          <a:p>
            <a:endParaRPr lang="en-US" b="1" dirty="0">
              <a:solidFill>
                <a:schemeClr val="tx2">
                  <a:lumMod val="50000"/>
                </a:schemeClr>
              </a:solidFill>
            </a:endParaRP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Native JSON serialization — version-independent loading in the consumer.</a:t>
            </a: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Built-in handling of missing values — no extra preprocessing in the Spark stage.</a:t>
            </a: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Random Forest in production would require </a:t>
            </a:r>
            <a:r>
              <a:rPr lang="en-GB" sz="1400" dirty="0" err="1">
                <a:solidFill>
                  <a:schemeClr val="tx2">
                    <a:lumMod val="50000"/>
                  </a:schemeClr>
                </a:solidFill>
              </a:rPr>
              <a:t>joblib</a:t>
            </a:r>
            <a:r>
              <a:rPr lang="en-GB" sz="1400" dirty="0">
                <a:solidFill>
                  <a:schemeClr val="tx2">
                    <a:lumMod val="50000"/>
                  </a:schemeClr>
                </a:solidFill>
              </a:rPr>
              <a:t> + matched scikit-learn version (fragile).</a:t>
            </a:r>
          </a:p>
          <a:p>
            <a:pPr marL="285750" indent="-285750">
              <a:spcBef>
                <a:spcPts val="300"/>
              </a:spcBef>
              <a:spcAft>
                <a:spcPts val="300"/>
              </a:spcAft>
              <a:buFont typeface="Arial" panose="020B0604020202020204" pitchFamily="34" charset="0"/>
              <a:buChar char="•"/>
            </a:pPr>
            <a:r>
              <a:rPr lang="en-GB" sz="1400" dirty="0">
                <a:solidFill>
                  <a:schemeClr val="tx2">
                    <a:lumMod val="50000"/>
                  </a:schemeClr>
                </a:solidFill>
              </a:rPr>
              <a:t>Offline weighted F1 differs by less than 0.001 across all three models — choice driven by </a:t>
            </a:r>
            <a:r>
              <a:rPr lang="en-GB" sz="1400" dirty="0" err="1">
                <a:solidFill>
                  <a:schemeClr val="tx2">
                    <a:lumMod val="50000"/>
                  </a:schemeClr>
                </a:solidFill>
              </a:rPr>
              <a:t>deployability</a:t>
            </a:r>
            <a:r>
              <a:rPr lang="en-GB" sz="1400" dirty="0">
                <a:solidFill>
                  <a:schemeClr val="tx2">
                    <a:lumMod val="50000"/>
                  </a:schemeClr>
                </a:solidFill>
              </a:rPr>
              <a:t>.</a:t>
            </a:r>
          </a:p>
          <a:p>
            <a:endParaRPr lang="en-US" b="1" dirty="0">
              <a:solidFill>
                <a:schemeClr val="tx2">
                  <a:lumMod val="50000"/>
                </a:schemeClr>
              </a:solidFill>
            </a:endParaRPr>
          </a:p>
        </p:txBody>
      </p:sp>
      <p:graphicFrame>
        <p:nvGraphicFramePr>
          <p:cNvPr id="2" name="Table 1">
            <a:extLst>
              <a:ext uri="{FF2B5EF4-FFF2-40B4-BE49-F238E27FC236}">
                <a16:creationId xmlns:a16="http://schemas.microsoft.com/office/drawing/2014/main" id="{568488BF-F5E1-0581-73B7-DFDB7E0E837E}"/>
              </a:ext>
            </a:extLst>
          </p:cNvPr>
          <p:cNvGraphicFramePr>
            <a:graphicFrameLocks noGrp="1"/>
          </p:cNvGraphicFramePr>
          <p:nvPr/>
        </p:nvGraphicFramePr>
        <p:xfrm>
          <a:off x="6979559" y="2119495"/>
          <a:ext cx="4803006" cy="1885076"/>
        </p:xfrm>
        <a:graphic>
          <a:graphicData uri="http://schemas.openxmlformats.org/drawingml/2006/table">
            <a:tbl>
              <a:tblPr firstRow="1" bandRow="1">
                <a:tableStyleId>{F2DE63D5-997A-4646-A377-4702673A728D}</a:tableStyleId>
              </a:tblPr>
              <a:tblGrid>
                <a:gridCol w="1408882">
                  <a:extLst>
                    <a:ext uri="{9D8B030D-6E8A-4147-A177-3AD203B41FA5}">
                      <a16:colId xmlns:a16="http://schemas.microsoft.com/office/drawing/2014/main" val="20000"/>
                    </a:ext>
                  </a:extLst>
                </a:gridCol>
                <a:gridCol w="1152721">
                  <a:extLst>
                    <a:ext uri="{9D8B030D-6E8A-4147-A177-3AD203B41FA5}">
                      <a16:colId xmlns:a16="http://schemas.microsoft.com/office/drawing/2014/main" val="20001"/>
                    </a:ext>
                  </a:extLst>
                </a:gridCol>
                <a:gridCol w="960601">
                  <a:extLst>
                    <a:ext uri="{9D8B030D-6E8A-4147-A177-3AD203B41FA5}">
                      <a16:colId xmlns:a16="http://schemas.microsoft.com/office/drawing/2014/main" val="20002"/>
                    </a:ext>
                  </a:extLst>
                </a:gridCol>
                <a:gridCol w="1280802">
                  <a:extLst>
                    <a:ext uri="{9D8B030D-6E8A-4147-A177-3AD203B41FA5}">
                      <a16:colId xmlns:a16="http://schemas.microsoft.com/office/drawing/2014/main" val="20003"/>
                    </a:ext>
                  </a:extLst>
                </a:gridCol>
              </a:tblGrid>
              <a:tr h="471269">
                <a:tc>
                  <a:txBody>
                    <a:bodyPr/>
                    <a:lstStyle/>
                    <a:p>
                      <a:pPr algn="l"/>
                      <a:r>
                        <a:rPr sz="1200" b="0" dirty="0">
                          <a:solidFill>
                            <a:schemeClr val="bg1"/>
                          </a:solidFill>
                        </a:rPr>
                        <a:t>Model</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chemeClr val="bg1"/>
                          </a:solidFill>
                        </a:rPr>
                        <a:t>Weighted F1</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chemeClr val="bg1"/>
                          </a:solidFill>
                        </a:rPr>
                        <a:t>Macro F1</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chemeClr val="bg1"/>
                          </a:solidFill>
                        </a:rPr>
                        <a:t>Training time</a:t>
                      </a:r>
                      <a:endParaRPr sz="1200" b="0" dirty="0">
                        <a:solidFill>
                          <a:schemeClr val="bg1"/>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471269">
                <a:tc>
                  <a:txBody>
                    <a:bodyPr/>
                    <a:lstStyle/>
                    <a:p>
                      <a:pPr algn="l"/>
                      <a:r>
                        <a:rPr sz="1200" dirty="0">
                          <a:solidFill>
                            <a:schemeClr val="tx2">
                              <a:lumMod val="50000"/>
                            </a:schemeClr>
                          </a:solidFill>
                        </a:rPr>
                        <a:t>Random Forest</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dirty="0">
                          <a:solidFill>
                            <a:schemeClr val="tx2">
                              <a:lumMod val="50000"/>
                            </a:schemeClr>
                          </a:solidFill>
                        </a:rPr>
                        <a:t>0.9947</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0.8687</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770 s</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r h="471269">
                <a:tc>
                  <a:txBody>
                    <a:bodyPr/>
                    <a:lstStyle/>
                    <a:p>
                      <a:pPr algn="l"/>
                      <a:r>
                        <a:rPr sz="1200">
                          <a:solidFill>
                            <a:schemeClr val="tx2">
                              <a:lumMod val="50000"/>
                            </a:schemeClr>
                          </a:solidFill>
                        </a:rPr>
                        <a:t>XGBoost</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dirty="0">
                          <a:solidFill>
                            <a:schemeClr val="tx2">
                              <a:lumMod val="50000"/>
                            </a:schemeClr>
                          </a:solidFill>
                        </a:rPr>
                        <a:t>0.9946</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0.8613</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1 418 s</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471269">
                <a:tc>
                  <a:txBody>
                    <a:bodyPr/>
                    <a:lstStyle/>
                    <a:p>
                      <a:pPr algn="l"/>
                      <a:r>
                        <a:rPr sz="1200">
                          <a:solidFill>
                            <a:schemeClr val="tx2">
                              <a:lumMod val="50000"/>
                            </a:schemeClr>
                          </a:solidFill>
                        </a:rPr>
                        <a:t>LightGBM</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0.9943</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a:solidFill>
                            <a:schemeClr val="tx2">
                              <a:lumMod val="50000"/>
                            </a:schemeClr>
                          </a:solidFill>
                        </a:rPr>
                        <a:t>0.8588</a:t>
                      </a:r>
                      <a:endParaRPr sz="120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dirty="0">
                          <a:solidFill>
                            <a:schemeClr val="tx2">
                              <a:lumMod val="50000"/>
                            </a:schemeClr>
                          </a:solidFill>
                        </a:rPr>
                        <a:t>377 s</a:t>
                      </a:r>
                      <a:endParaRPr sz="1200" dirty="0">
                        <a:solidFill>
                          <a:schemeClr val="tx2">
                            <a:lumMod val="50000"/>
                          </a:schemeClr>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 Placeholder 5">
            <a:extLst>
              <a:ext uri="{FF2B5EF4-FFF2-40B4-BE49-F238E27FC236}">
                <a16:creationId xmlns:a16="http://schemas.microsoft.com/office/drawing/2014/main" id="{8C656AAF-0D08-0EC0-303C-64AB84A45C2C}"/>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tx2">
                    <a:lumMod val="50000"/>
                  </a:schemeClr>
                </a:solidFill>
              </a:rPr>
              <a:t>Machine Learning Methods in Network Attacks Detection</a:t>
            </a:r>
          </a:p>
          <a:p>
            <a:r>
              <a:rPr lang="en-GB">
                <a:solidFill>
                  <a:schemeClr val="tx2">
                    <a:lumMod val="50000"/>
                  </a:schemeClr>
                </a:solidFill>
              </a:rPr>
              <a:t>Danila Zhukov, Moscow 2026</a:t>
            </a:r>
            <a:endParaRPr lang="en-RU" dirty="0">
              <a:solidFill>
                <a:schemeClr val="tx2">
                  <a:lumMod val="50000"/>
                </a:schemeClr>
              </a:solidFill>
            </a:endParaRPr>
          </a:p>
        </p:txBody>
      </p:sp>
    </p:spTree>
    <p:extLst>
      <p:ext uri="{BB962C8B-B14F-4D97-AF65-F5344CB8AC3E}">
        <p14:creationId xmlns:p14="http://schemas.microsoft.com/office/powerpoint/2010/main" val="2805752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A8ADF2-213D-54CE-A351-32E70F9C0D9F}"/>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9D93EFA5-1EA5-7B51-C718-90D6D416F6DF}"/>
              </a:ext>
            </a:extLst>
          </p:cNvPr>
          <p:cNvSpPr>
            <a:spLocks noGrp="1"/>
          </p:cNvSpPr>
          <p:nvPr>
            <p:ph type="title"/>
          </p:nvPr>
        </p:nvSpPr>
        <p:spPr/>
        <p:txBody>
          <a:bodyPr/>
          <a:lstStyle/>
          <a:p>
            <a:r>
              <a:rPr lang="en-US" dirty="0">
                <a:solidFill>
                  <a:schemeClr val="tx2">
                    <a:lumMod val="50000"/>
                  </a:schemeClr>
                </a:solidFill>
              </a:rPr>
              <a:t>Where the Baseline Breaks</a:t>
            </a:r>
            <a:endParaRPr lang="ru-RU" dirty="0">
              <a:solidFill>
                <a:schemeClr val="tx2">
                  <a:lumMod val="50000"/>
                </a:schemeClr>
              </a:solidFill>
            </a:endParaRPr>
          </a:p>
        </p:txBody>
      </p:sp>
      <p:sp>
        <p:nvSpPr>
          <p:cNvPr id="16" name="Текст 15">
            <a:extLst>
              <a:ext uri="{FF2B5EF4-FFF2-40B4-BE49-F238E27FC236}">
                <a16:creationId xmlns:a16="http://schemas.microsoft.com/office/drawing/2014/main" id="{42315506-F66B-69FB-C0A5-F6B1D991CF98}"/>
              </a:ext>
            </a:extLst>
          </p:cNvPr>
          <p:cNvSpPr>
            <a:spLocks noGrp="1"/>
          </p:cNvSpPr>
          <p:nvPr>
            <p:ph type="body" sz="quarter" idx="12"/>
          </p:nvPr>
        </p:nvSpPr>
        <p:spPr>
          <a:xfrm>
            <a:off x="409435" y="2105390"/>
            <a:ext cx="5510102" cy="3910399"/>
          </a:xfrm>
        </p:spPr>
        <p:txBody>
          <a:bodyPr>
            <a:normAutofit/>
          </a:bodyPr>
          <a:lstStyle/>
          <a:p>
            <a:r>
              <a:rPr lang="en-US" b="1" dirty="0">
                <a:solidFill>
                  <a:schemeClr val="tx2">
                    <a:lumMod val="50000"/>
                  </a:schemeClr>
                </a:solidFill>
              </a:rPr>
              <a:t>Dominant Error Pattern</a:t>
            </a:r>
            <a:endParaRPr lang="en-US" sz="1400" b="1" dirty="0">
              <a:solidFill>
                <a:schemeClr val="tx2">
                  <a:lumMod val="50000"/>
                </a:schemeClr>
              </a:solidFill>
              <a:latin typeface="Calibri"/>
            </a:endParaRPr>
          </a:p>
          <a:p>
            <a:pPr marL="285750" indent="-285750">
              <a:buFont typeface="Arial" panose="020B0604020202020204" pitchFamily="34" charset="0"/>
              <a:buChar char="•"/>
            </a:pPr>
            <a:r>
              <a:rPr lang="en-GB" dirty="0">
                <a:solidFill>
                  <a:schemeClr val="tx2">
                    <a:lumMod val="50000"/>
                  </a:schemeClr>
                </a:solidFill>
              </a:rPr>
              <a:t>47 % of true </a:t>
            </a:r>
            <a:r>
              <a:rPr lang="en-GB" dirty="0" err="1">
                <a:solidFill>
                  <a:schemeClr val="tx2">
                    <a:lumMod val="50000"/>
                  </a:schemeClr>
                </a:solidFill>
              </a:rPr>
              <a:t>SlowHTTPTest</a:t>
            </a:r>
            <a:r>
              <a:rPr lang="en-GB" dirty="0">
                <a:solidFill>
                  <a:schemeClr val="tx2">
                    <a:lumMod val="50000"/>
                  </a:schemeClr>
                </a:solidFill>
              </a:rPr>
              <a:t> flows misclassified as FTP-</a:t>
            </a:r>
            <a:r>
              <a:rPr lang="en-GB" dirty="0" err="1">
                <a:solidFill>
                  <a:schemeClr val="tx2">
                    <a:lumMod val="50000"/>
                  </a:schemeClr>
                </a:solidFill>
              </a:rPr>
              <a:t>BruteForce</a:t>
            </a:r>
            <a:r>
              <a:rPr lang="en-GB" dirty="0">
                <a:solidFill>
                  <a:schemeClr val="tx2">
                    <a:lumMod val="50000"/>
                  </a:schemeClr>
                </a:solidFill>
              </a:rPr>
              <a:t>.</a:t>
            </a: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14 % of true FTP-</a:t>
            </a:r>
            <a:r>
              <a:rPr lang="en-GB" dirty="0" err="1">
                <a:solidFill>
                  <a:schemeClr val="tx2">
                    <a:lumMod val="50000"/>
                  </a:schemeClr>
                </a:solidFill>
              </a:rPr>
              <a:t>BruteForce</a:t>
            </a:r>
            <a:r>
              <a:rPr lang="en-GB" dirty="0">
                <a:solidFill>
                  <a:schemeClr val="tx2">
                    <a:lumMod val="50000"/>
                  </a:schemeClr>
                </a:solidFill>
              </a:rPr>
              <a:t> flows misclassified as </a:t>
            </a:r>
            <a:r>
              <a:rPr lang="en-GB" dirty="0" err="1">
                <a:solidFill>
                  <a:schemeClr val="tx2">
                    <a:lumMod val="50000"/>
                  </a:schemeClr>
                </a:solidFill>
              </a:rPr>
              <a:t>SlowHTTPTest</a:t>
            </a:r>
            <a:r>
              <a:rPr lang="en-GB" dirty="0">
                <a:solidFill>
                  <a:schemeClr val="tx2">
                    <a:lumMod val="50000"/>
                  </a:schemeClr>
                </a:solidFill>
              </a:rPr>
              <a:t>.</a:t>
            </a:r>
          </a:p>
          <a:p>
            <a:pPr marL="285750" indent="-285750">
              <a:spcBef>
                <a:spcPts val="300"/>
              </a:spcBef>
              <a:spcAft>
                <a:spcPts val="300"/>
              </a:spcAft>
              <a:buFont typeface="Arial" panose="020B0604020202020204" pitchFamily="34" charset="0"/>
              <a:buChar char="•"/>
            </a:pPr>
            <a:r>
              <a:rPr lang="en-GB" dirty="0" err="1">
                <a:solidFill>
                  <a:schemeClr val="tx2">
                    <a:lumMod val="50000"/>
                  </a:schemeClr>
                </a:solidFill>
              </a:rPr>
              <a:t>XGBoost</a:t>
            </a:r>
            <a:r>
              <a:rPr lang="en-GB" dirty="0">
                <a:solidFill>
                  <a:schemeClr val="tx2">
                    <a:lumMod val="50000"/>
                  </a:schemeClr>
                </a:solidFill>
              </a:rPr>
              <a:t> per-class F1 (Table 7): Bot 0.50, </a:t>
            </a:r>
            <a:r>
              <a:rPr lang="en-GB" dirty="0" err="1">
                <a:solidFill>
                  <a:schemeClr val="tx2">
                    <a:lumMod val="50000"/>
                  </a:schemeClr>
                </a:solidFill>
              </a:rPr>
              <a:t>SlowHTTPTest</a:t>
            </a:r>
            <a:r>
              <a:rPr lang="en-GB" dirty="0">
                <a:solidFill>
                  <a:schemeClr val="tx2">
                    <a:lumMod val="50000"/>
                  </a:schemeClr>
                </a:solidFill>
              </a:rPr>
              <a:t> 0.59, FTP-BF 0.81, </a:t>
            </a:r>
            <a:r>
              <a:rPr lang="en-GB" dirty="0" err="1">
                <a:solidFill>
                  <a:schemeClr val="tx2">
                    <a:lumMod val="50000"/>
                  </a:schemeClr>
                </a:solidFill>
              </a:rPr>
              <a:t>Slowloris</a:t>
            </a:r>
            <a:r>
              <a:rPr lang="en-GB" dirty="0">
                <a:solidFill>
                  <a:schemeClr val="tx2">
                    <a:lumMod val="50000"/>
                  </a:schemeClr>
                </a:solidFill>
              </a:rPr>
              <a:t> 0.92, </a:t>
            </a:r>
            <a:r>
              <a:rPr lang="en-GB" dirty="0" err="1">
                <a:solidFill>
                  <a:schemeClr val="tx2">
                    <a:lumMod val="50000"/>
                  </a:schemeClr>
                </a:solidFill>
              </a:rPr>
              <a:t>GoldenEye</a:t>
            </a:r>
            <a:r>
              <a:rPr lang="en-GB" dirty="0">
                <a:solidFill>
                  <a:schemeClr val="tx2">
                    <a:lumMod val="50000"/>
                  </a:schemeClr>
                </a:solidFill>
              </a:rPr>
              <a:t> 0.94.</a:t>
            </a: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Hulk, DDoS-HOIC, SSH-</a:t>
            </a:r>
            <a:r>
              <a:rPr lang="en-GB" dirty="0" err="1">
                <a:solidFill>
                  <a:schemeClr val="tx2">
                    <a:lumMod val="50000"/>
                  </a:schemeClr>
                </a:solidFill>
              </a:rPr>
              <a:t>BruteForce</a:t>
            </a:r>
            <a:r>
              <a:rPr lang="en-GB" dirty="0">
                <a:solidFill>
                  <a:schemeClr val="tx2">
                    <a:lumMod val="50000"/>
                  </a:schemeClr>
                </a:solidFill>
              </a:rPr>
              <a:t>, BENIGN: F1 ≥ 0.99 — already at ceiling.</a:t>
            </a:r>
          </a:p>
          <a:p>
            <a:endParaRPr lang="en-US" dirty="0">
              <a:solidFill>
                <a:schemeClr val="tx2">
                  <a:lumMod val="50000"/>
                </a:schemeClr>
              </a:solidFill>
            </a:endParaRPr>
          </a:p>
          <a:p>
            <a:r>
              <a:rPr lang="en-US" b="1" dirty="0">
                <a:solidFill>
                  <a:schemeClr val="tx2">
                    <a:lumMod val="50000"/>
                  </a:schemeClr>
                </a:solidFill>
              </a:rPr>
              <a:t>Root Cause</a:t>
            </a:r>
          </a:p>
          <a:p>
            <a:r>
              <a:rPr lang="en-GB" dirty="0">
                <a:solidFill>
                  <a:schemeClr val="tx2">
                    <a:lumMod val="50000"/>
                  </a:schemeClr>
                </a:solidFill>
              </a:rPr>
              <a:t>Slow-rate HTTP and brute-force flows are individually indistinguishable from benign HTTP or SSH at the </a:t>
            </a:r>
            <a:r>
              <a:rPr lang="en-GB" dirty="0" err="1">
                <a:solidFill>
                  <a:schemeClr val="tx2">
                    <a:lumMod val="50000"/>
                  </a:schemeClr>
                </a:solidFill>
              </a:rPr>
              <a:t>conn.log</a:t>
            </a:r>
            <a:r>
              <a:rPr lang="en-GB" dirty="0">
                <a:solidFill>
                  <a:schemeClr val="tx2">
                    <a:lumMod val="50000"/>
                  </a:schemeClr>
                </a:solidFill>
              </a:rPr>
              <a:t> level — they need cross-flow context. This motivates temporal features (slide 9) and the rule engine (slide 10).</a:t>
            </a:r>
          </a:p>
          <a:p>
            <a:endParaRPr lang="en-US" b="1" dirty="0">
              <a:solidFill>
                <a:schemeClr val="tx2">
                  <a:lumMod val="50000"/>
                </a:schemeClr>
              </a:solidFill>
            </a:endParaRPr>
          </a:p>
          <a:p>
            <a:endParaRPr lang="en-US" b="1" dirty="0">
              <a:solidFill>
                <a:schemeClr val="tx2">
                  <a:lumMod val="50000"/>
                </a:schemeClr>
              </a:solidFill>
            </a:endParaRPr>
          </a:p>
        </p:txBody>
      </p:sp>
      <p:sp>
        <p:nvSpPr>
          <p:cNvPr id="3" name="Text Placeholder 5">
            <a:extLst>
              <a:ext uri="{FF2B5EF4-FFF2-40B4-BE49-F238E27FC236}">
                <a16:creationId xmlns:a16="http://schemas.microsoft.com/office/drawing/2014/main" id="{8253DBE4-D394-C51F-3EDB-3E57DAA8FD51}"/>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tx2">
                    <a:lumMod val="50000"/>
                  </a:schemeClr>
                </a:solidFill>
              </a:rPr>
              <a:t>Machine Learning Methods in Network Attacks Detection</a:t>
            </a:r>
          </a:p>
          <a:p>
            <a:r>
              <a:rPr lang="en-GB">
                <a:solidFill>
                  <a:schemeClr val="tx2">
                    <a:lumMod val="50000"/>
                  </a:schemeClr>
                </a:solidFill>
              </a:rPr>
              <a:t>Danila Zhukov, Moscow 2026</a:t>
            </a:r>
            <a:endParaRPr lang="en-RU" dirty="0">
              <a:solidFill>
                <a:schemeClr val="tx2">
                  <a:lumMod val="50000"/>
                </a:schemeClr>
              </a:solidFill>
            </a:endParaRPr>
          </a:p>
        </p:txBody>
      </p:sp>
      <p:pic>
        <p:nvPicPr>
          <p:cNvPr id="4" name="Picture 3" descr="F10_confusion_baseline.png">
            <a:extLst>
              <a:ext uri="{FF2B5EF4-FFF2-40B4-BE49-F238E27FC236}">
                <a16:creationId xmlns:a16="http://schemas.microsoft.com/office/drawing/2014/main" id="{3A913DC6-C5DB-8552-B851-B554D8C37D56}"/>
              </a:ext>
            </a:extLst>
          </p:cNvPr>
          <p:cNvPicPr>
            <a:picLocks noChangeAspect="1"/>
          </p:cNvPicPr>
          <p:nvPr/>
        </p:nvPicPr>
        <p:blipFill>
          <a:blip r:embed="rId2"/>
          <a:stretch>
            <a:fillRect/>
          </a:stretch>
        </p:blipFill>
        <p:spPr>
          <a:xfrm>
            <a:off x="5919537" y="1447790"/>
            <a:ext cx="5863028" cy="4898741"/>
          </a:xfrm>
          <a:prstGeom prst="rect">
            <a:avLst/>
          </a:prstGeom>
        </p:spPr>
      </p:pic>
    </p:spTree>
    <p:extLst>
      <p:ext uri="{BB962C8B-B14F-4D97-AF65-F5344CB8AC3E}">
        <p14:creationId xmlns:p14="http://schemas.microsoft.com/office/powerpoint/2010/main" val="183026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B0A5D-58B3-6019-3677-1E1D953CB046}"/>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93DCBFF9-B67E-F131-1950-C06E13EFCF9B}"/>
              </a:ext>
            </a:extLst>
          </p:cNvPr>
          <p:cNvSpPr>
            <a:spLocks noGrp="1"/>
          </p:cNvSpPr>
          <p:nvPr>
            <p:ph type="title"/>
          </p:nvPr>
        </p:nvSpPr>
        <p:spPr/>
        <p:txBody>
          <a:bodyPr/>
          <a:lstStyle/>
          <a:p>
            <a:r>
              <a:rPr lang="en-US" dirty="0">
                <a:solidFill>
                  <a:schemeClr val="tx2">
                    <a:lumMod val="50000"/>
                  </a:schemeClr>
                </a:solidFill>
              </a:rPr>
              <a:t>Where the Baseline Breaks</a:t>
            </a:r>
            <a:endParaRPr lang="ru-RU" dirty="0">
              <a:solidFill>
                <a:schemeClr val="tx2">
                  <a:lumMod val="50000"/>
                </a:schemeClr>
              </a:solidFill>
            </a:endParaRPr>
          </a:p>
        </p:txBody>
      </p:sp>
      <p:sp>
        <p:nvSpPr>
          <p:cNvPr id="16" name="Текст 15">
            <a:extLst>
              <a:ext uri="{FF2B5EF4-FFF2-40B4-BE49-F238E27FC236}">
                <a16:creationId xmlns:a16="http://schemas.microsoft.com/office/drawing/2014/main" id="{68C6504D-350E-1D45-4585-398604347BFC}"/>
              </a:ext>
            </a:extLst>
          </p:cNvPr>
          <p:cNvSpPr>
            <a:spLocks noGrp="1"/>
          </p:cNvSpPr>
          <p:nvPr>
            <p:ph type="body" sz="quarter" idx="12"/>
          </p:nvPr>
        </p:nvSpPr>
        <p:spPr>
          <a:xfrm>
            <a:off x="409435" y="2105390"/>
            <a:ext cx="5510102" cy="3910399"/>
          </a:xfrm>
        </p:spPr>
        <p:txBody>
          <a:bodyPr>
            <a:normAutofit/>
          </a:bodyPr>
          <a:lstStyle/>
          <a:p>
            <a:r>
              <a:rPr lang="en-US" b="1" dirty="0">
                <a:solidFill>
                  <a:schemeClr val="tx2">
                    <a:lumMod val="50000"/>
                  </a:schemeClr>
                </a:solidFill>
              </a:rPr>
              <a:t>Dominant Error Pattern</a:t>
            </a:r>
            <a:endParaRPr lang="en-US" sz="1400" b="1" dirty="0">
              <a:solidFill>
                <a:schemeClr val="tx2">
                  <a:lumMod val="50000"/>
                </a:schemeClr>
              </a:solidFill>
              <a:latin typeface="Calibri"/>
            </a:endParaRPr>
          </a:p>
          <a:p>
            <a:pPr marL="285750" indent="-285750">
              <a:buFont typeface="Arial" panose="020B0604020202020204" pitchFamily="34" charset="0"/>
              <a:buChar char="•"/>
            </a:pPr>
            <a:r>
              <a:rPr lang="en-GB" dirty="0">
                <a:solidFill>
                  <a:schemeClr val="tx2">
                    <a:lumMod val="50000"/>
                  </a:schemeClr>
                </a:solidFill>
              </a:rPr>
              <a:t>47 % of true </a:t>
            </a:r>
            <a:r>
              <a:rPr lang="en-GB" dirty="0" err="1">
                <a:solidFill>
                  <a:schemeClr val="tx2">
                    <a:lumMod val="50000"/>
                  </a:schemeClr>
                </a:solidFill>
              </a:rPr>
              <a:t>SlowHTTPTest</a:t>
            </a:r>
            <a:r>
              <a:rPr lang="en-GB" dirty="0">
                <a:solidFill>
                  <a:schemeClr val="tx2">
                    <a:lumMod val="50000"/>
                  </a:schemeClr>
                </a:solidFill>
              </a:rPr>
              <a:t> flows misclassified as FTP-</a:t>
            </a:r>
            <a:r>
              <a:rPr lang="en-GB" dirty="0" err="1">
                <a:solidFill>
                  <a:schemeClr val="tx2">
                    <a:lumMod val="50000"/>
                  </a:schemeClr>
                </a:solidFill>
              </a:rPr>
              <a:t>BruteForce</a:t>
            </a:r>
            <a:r>
              <a:rPr lang="en-GB" dirty="0">
                <a:solidFill>
                  <a:schemeClr val="tx2">
                    <a:lumMod val="50000"/>
                  </a:schemeClr>
                </a:solidFill>
              </a:rPr>
              <a:t>.</a:t>
            </a: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14 % of true FTP-</a:t>
            </a:r>
            <a:r>
              <a:rPr lang="en-GB" dirty="0" err="1">
                <a:solidFill>
                  <a:schemeClr val="tx2">
                    <a:lumMod val="50000"/>
                  </a:schemeClr>
                </a:solidFill>
              </a:rPr>
              <a:t>BruteForce</a:t>
            </a:r>
            <a:r>
              <a:rPr lang="en-GB" dirty="0">
                <a:solidFill>
                  <a:schemeClr val="tx2">
                    <a:lumMod val="50000"/>
                  </a:schemeClr>
                </a:solidFill>
              </a:rPr>
              <a:t> flows misclassified as </a:t>
            </a:r>
            <a:r>
              <a:rPr lang="en-GB" dirty="0" err="1">
                <a:solidFill>
                  <a:schemeClr val="tx2">
                    <a:lumMod val="50000"/>
                  </a:schemeClr>
                </a:solidFill>
              </a:rPr>
              <a:t>SlowHTTPTest</a:t>
            </a:r>
            <a:r>
              <a:rPr lang="en-GB" dirty="0">
                <a:solidFill>
                  <a:schemeClr val="tx2">
                    <a:lumMod val="50000"/>
                  </a:schemeClr>
                </a:solidFill>
              </a:rPr>
              <a:t>.</a:t>
            </a:r>
          </a:p>
          <a:p>
            <a:pPr marL="285750" indent="-285750">
              <a:spcBef>
                <a:spcPts val="300"/>
              </a:spcBef>
              <a:spcAft>
                <a:spcPts val="300"/>
              </a:spcAft>
              <a:buFont typeface="Arial" panose="020B0604020202020204" pitchFamily="34" charset="0"/>
              <a:buChar char="•"/>
            </a:pPr>
            <a:r>
              <a:rPr lang="en-GB" dirty="0" err="1">
                <a:solidFill>
                  <a:schemeClr val="tx2">
                    <a:lumMod val="50000"/>
                  </a:schemeClr>
                </a:solidFill>
              </a:rPr>
              <a:t>XGBoost</a:t>
            </a:r>
            <a:r>
              <a:rPr lang="en-GB" dirty="0">
                <a:solidFill>
                  <a:schemeClr val="tx2">
                    <a:lumMod val="50000"/>
                  </a:schemeClr>
                </a:solidFill>
              </a:rPr>
              <a:t> per-class F1 (Table 7): Bot 0.50, </a:t>
            </a:r>
            <a:r>
              <a:rPr lang="en-GB" dirty="0" err="1">
                <a:solidFill>
                  <a:schemeClr val="tx2">
                    <a:lumMod val="50000"/>
                  </a:schemeClr>
                </a:solidFill>
              </a:rPr>
              <a:t>SlowHTTPTest</a:t>
            </a:r>
            <a:r>
              <a:rPr lang="en-GB" dirty="0">
                <a:solidFill>
                  <a:schemeClr val="tx2">
                    <a:lumMod val="50000"/>
                  </a:schemeClr>
                </a:solidFill>
              </a:rPr>
              <a:t> 0.59, FTP-BF 0.81, </a:t>
            </a:r>
            <a:r>
              <a:rPr lang="en-GB" dirty="0" err="1">
                <a:solidFill>
                  <a:schemeClr val="tx2">
                    <a:lumMod val="50000"/>
                  </a:schemeClr>
                </a:solidFill>
              </a:rPr>
              <a:t>Slowloris</a:t>
            </a:r>
            <a:r>
              <a:rPr lang="en-GB" dirty="0">
                <a:solidFill>
                  <a:schemeClr val="tx2">
                    <a:lumMod val="50000"/>
                  </a:schemeClr>
                </a:solidFill>
              </a:rPr>
              <a:t> 0.92, </a:t>
            </a:r>
            <a:r>
              <a:rPr lang="en-GB" dirty="0" err="1">
                <a:solidFill>
                  <a:schemeClr val="tx2">
                    <a:lumMod val="50000"/>
                  </a:schemeClr>
                </a:solidFill>
              </a:rPr>
              <a:t>GoldenEye</a:t>
            </a:r>
            <a:r>
              <a:rPr lang="en-GB" dirty="0">
                <a:solidFill>
                  <a:schemeClr val="tx2">
                    <a:lumMod val="50000"/>
                  </a:schemeClr>
                </a:solidFill>
              </a:rPr>
              <a:t> 0.94.</a:t>
            </a:r>
          </a:p>
          <a:p>
            <a:pPr marL="285750" indent="-285750">
              <a:spcBef>
                <a:spcPts val="300"/>
              </a:spcBef>
              <a:spcAft>
                <a:spcPts val="300"/>
              </a:spcAft>
              <a:buFont typeface="Arial" panose="020B0604020202020204" pitchFamily="34" charset="0"/>
              <a:buChar char="•"/>
            </a:pPr>
            <a:r>
              <a:rPr lang="en-GB" dirty="0">
                <a:solidFill>
                  <a:schemeClr val="tx2">
                    <a:lumMod val="50000"/>
                  </a:schemeClr>
                </a:solidFill>
              </a:rPr>
              <a:t>Hulk, DDoS-HOIC, SSH-</a:t>
            </a:r>
            <a:r>
              <a:rPr lang="en-GB" dirty="0" err="1">
                <a:solidFill>
                  <a:schemeClr val="tx2">
                    <a:lumMod val="50000"/>
                  </a:schemeClr>
                </a:solidFill>
              </a:rPr>
              <a:t>BruteForce</a:t>
            </a:r>
            <a:r>
              <a:rPr lang="en-GB" dirty="0">
                <a:solidFill>
                  <a:schemeClr val="tx2">
                    <a:lumMod val="50000"/>
                  </a:schemeClr>
                </a:solidFill>
              </a:rPr>
              <a:t>, BENIGN: F1 ≥ 0.99 — already at ceiling.</a:t>
            </a:r>
          </a:p>
          <a:p>
            <a:endParaRPr lang="en-US" dirty="0">
              <a:solidFill>
                <a:schemeClr val="tx2">
                  <a:lumMod val="50000"/>
                </a:schemeClr>
              </a:solidFill>
            </a:endParaRPr>
          </a:p>
          <a:p>
            <a:r>
              <a:rPr lang="en-US" b="1" dirty="0">
                <a:solidFill>
                  <a:schemeClr val="tx2">
                    <a:lumMod val="50000"/>
                  </a:schemeClr>
                </a:solidFill>
              </a:rPr>
              <a:t>Root Cause</a:t>
            </a:r>
          </a:p>
          <a:p>
            <a:r>
              <a:rPr lang="en-GB" dirty="0">
                <a:solidFill>
                  <a:schemeClr val="tx2">
                    <a:lumMod val="50000"/>
                  </a:schemeClr>
                </a:solidFill>
              </a:rPr>
              <a:t>Slow-rate HTTP and brute-force flows are individually indistinguishable from benign HTTP or SSH at the </a:t>
            </a:r>
            <a:r>
              <a:rPr lang="en-GB" dirty="0" err="1">
                <a:solidFill>
                  <a:schemeClr val="tx2">
                    <a:lumMod val="50000"/>
                  </a:schemeClr>
                </a:solidFill>
              </a:rPr>
              <a:t>conn.log</a:t>
            </a:r>
            <a:r>
              <a:rPr lang="en-GB" dirty="0">
                <a:solidFill>
                  <a:schemeClr val="tx2">
                    <a:lumMod val="50000"/>
                  </a:schemeClr>
                </a:solidFill>
              </a:rPr>
              <a:t> level — they need cross-flow context. This motivates temporal features and the rule engine.</a:t>
            </a:r>
          </a:p>
          <a:p>
            <a:endParaRPr lang="en-US" b="1" dirty="0">
              <a:solidFill>
                <a:schemeClr val="tx2">
                  <a:lumMod val="50000"/>
                </a:schemeClr>
              </a:solidFill>
            </a:endParaRPr>
          </a:p>
          <a:p>
            <a:endParaRPr lang="en-US" b="1" dirty="0">
              <a:solidFill>
                <a:schemeClr val="tx2">
                  <a:lumMod val="50000"/>
                </a:schemeClr>
              </a:solidFill>
            </a:endParaRPr>
          </a:p>
        </p:txBody>
      </p:sp>
      <p:sp>
        <p:nvSpPr>
          <p:cNvPr id="3" name="Text Placeholder 5">
            <a:extLst>
              <a:ext uri="{FF2B5EF4-FFF2-40B4-BE49-F238E27FC236}">
                <a16:creationId xmlns:a16="http://schemas.microsoft.com/office/drawing/2014/main" id="{B57402FD-BD79-D3D5-D6EB-AE06B23360D5}"/>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tx2">
                    <a:lumMod val="50000"/>
                  </a:schemeClr>
                </a:solidFill>
              </a:rPr>
              <a:t>Machine Learning Methods in Network Attacks Detection</a:t>
            </a:r>
          </a:p>
          <a:p>
            <a:r>
              <a:rPr lang="en-GB">
                <a:solidFill>
                  <a:schemeClr val="tx2">
                    <a:lumMod val="50000"/>
                  </a:schemeClr>
                </a:solidFill>
              </a:rPr>
              <a:t>Danila Zhukov, Moscow 2026</a:t>
            </a:r>
            <a:endParaRPr lang="en-RU" dirty="0">
              <a:solidFill>
                <a:schemeClr val="tx2">
                  <a:lumMod val="50000"/>
                </a:schemeClr>
              </a:solidFill>
            </a:endParaRPr>
          </a:p>
        </p:txBody>
      </p:sp>
      <p:pic>
        <p:nvPicPr>
          <p:cNvPr id="4" name="Picture 3" descr="F10_confusion_baseline.png">
            <a:extLst>
              <a:ext uri="{FF2B5EF4-FFF2-40B4-BE49-F238E27FC236}">
                <a16:creationId xmlns:a16="http://schemas.microsoft.com/office/drawing/2014/main" id="{6E4C0B36-98DC-0E04-E7CF-1542509DA43A}"/>
              </a:ext>
            </a:extLst>
          </p:cNvPr>
          <p:cNvPicPr>
            <a:picLocks noChangeAspect="1"/>
          </p:cNvPicPr>
          <p:nvPr/>
        </p:nvPicPr>
        <p:blipFill>
          <a:blip r:embed="rId2"/>
          <a:stretch>
            <a:fillRect/>
          </a:stretch>
        </p:blipFill>
        <p:spPr>
          <a:xfrm>
            <a:off x="5919537" y="1447790"/>
            <a:ext cx="5863028" cy="4898741"/>
          </a:xfrm>
          <a:prstGeom prst="rect">
            <a:avLst/>
          </a:prstGeom>
        </p:spPr>
      </p:pic>
    </p:spTree>
    <p:extLst>
      <p:ext uri="{BB962C8B-B14F-4D97-AF65-F5344CB8AC3E}">
        <p14:creationId xmlns:p14="http://schemas.microsoft.com/office/powerpoint/2010/main" val="3657378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BDB07-5D97-4B13-2A84-C154C29D9F1F}"/>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F119E631-0246-5B4F-AD5E-FECF54AE0B23}"/>
              </a:ext>
            </a:extLst>
          </p:cNvPr>
          <p:cNvSpPr>
            <a:spLocks noGrp="1"/>
          </p:cNvSpPr>
          <p:nvPr>
            <p:ph type="title"/>
          </p:nvPr>
        </p:nvSpPr>
        <p:spPr>
          <a:xfrm>
            <a:off x="585899" y="1447790"/>
            <a:ext cx="5333638" cy="777025"/>
          </a:xfrm>
        </p:spPr>
        <p:txBody>
          <a:bodyPr>
            <a:normAutofit fontScale="90000"/>
          </a:bodyPr>
          <a:lstStyle/>
          <a:p>
            <a:r>
              <a:rPr lang="en-US" dirty="0">
                <a:solidFill>
                  <a:schemeClr val="tx2">
                    <a:lumMod val="50000"/>
                  </a:schemeClr>
                </a:solidFill>
              </a:rPr>
              <a:t>Temporal Context adds the missing Signal</a:t>
            </a:r>
            <a:br>
              <a:rPr lang="en-US" dirty="0">
                <a:solidFill>
                  <a:schemeClr val="tx2">
                    <a:lumMod val="50000"/>
                  </a:schemeClr>
                </a:solidFill>
              </a:rPr>
            </a:br>
            <a:br>
              <a:rPr lang="en-US" dirty="0">
                <a:solidFill>
                  <a:schemeClr val="tx2">
                    <a:lumMod val="50000"/>
                  </a:schemeClr>
                </a:solidFill>
              </a:rPr>
            </a:br>
            <a:endParaRPr lang="ru-RU" dirty="0">
              <a:solidFill>
                <a:schemeClr val="tx2">
                  <a:lumMod val="50000"/>
                </a:schemeClr>
              </a:solidFill>
            </a:endParaRPr>
          </a:p>
        </p:txBody>
      </p:sp>
      <p:sp>
        <p:nvSpPr>
          <p:cNvPr id="16" name="Текст 15">
            <a:extLst>
              <a:ext uri="{FF2B5EF4-FFF2-40B4-BE49-F238E27FC236}">
                <a16:creationId xmlns:a16="http://schemas.microsoft.com/office/drawing/2014/main" id="{5B4D1D0D-8755-34F3-FC42-E99F3C0C7EB8}"/>
              </a:ext>
            </a:extLst>
          </p:cNvPr>
          <p:cNvSpPr>
            <a:spLocks noGrp="1"/>
          </p:cNvSpPr>
          <p:nvPr>
            <p:ph type="body" sz="quarter" idx="12"/>
          </p:nvPr>
        </p:nvSpPr>
        <p:spPr>
          <a:xfrm>
            <a:off x="409435" y="2105390"/>
            <a:ext cx="5510102" cy="3910399"/>
          </a:xfrm>
        </p:spPr>
        <p:txBody>
          <a:bodyPr>
            <a:normAutofit/>
          </a:bodyPr>
          <a:lstStyle/>
          <a:p>
            <a:r>
              <a:rPr lang="en-US" b="1" dirty="0">
                <a:solidFill>
                  <a:schemeClr val="tx2">
                    <a:lumMod val="50000"/>
                  </a:schemeClr>
                </a:solidFill>
              </a:rPr>
              <a:t>Five Temporal Features</a:t>
            </a:r>
            <a:endParaRPr lang="en-US" sz="1400" b="1" dirty="0">
              <a:solidFill>
                <a:schemeClr val="tx2">
                  <a:lumMod val="50000"/>
                </a:schemeClr>
              </a:solidFill>
            </a:endParaRPr>
          </a:p>
          <a:p>
            <a:pPr marL="285750" indent="-285750">
              <a:buFont typeface="Arial" panose="020B0604020202020204" pitchFamily="34" charset="0"/>
              <a:buChar char="•"/>
            </a:pPr>
            <a:r>
              <a:rPr lang="en-GB" dirty="0" err="1">
                <a:solidFill>
                  <a:schemeClr val="tx2">
                    <a:lumMod val="50000"/>
                  </a:schemeClr>
                </a:solidFill>
              </a:rPr>
              <a:t>conn_rate</a:t>
            </a:r>
            <a:r>
              <a:rPr lang="en-GB" dirty="0">
                <a:solidFill>
                  <a:schemeClr val="tx2">
                    <a:lumMod val="50000"/>
                  </a:schemeClr>
                </a:solidFill>
              </a:rPr>
              <a:t> — connections per window duration (DoS / DDoS)</a:t>
            </a:r>
          </a:p>
          <a:p>
            <a:pPr marL="285750" indent="-285750">
              <a:buFont typeface="Arial" panose="020B0604020202020204" pitchFamily="34" charset="0"/>
              <a:buChar char="•"/>
            </a:pPr>
            <a:r>
              <a:rPr lang="en-GB" dirty="0" err="1">
                <a:solidFill>
                  <a:schemeClr val="tx2">
                    <a:lumMod val="50000"/>
                  </a:schemeClr>
                </a:solidFill>
              </a:rPr>
              <a:t>unique_dst_ports</a:t>
            </a:r>
            <a:r>
              <a:rPr lang="en-GB" dirty="0">
                <a:solidFill>
                  <a:schemeClr val="tx2">
                    <a:lumMod val="50000"/>
                  </a:schemeClr>
                </a:solidFill>
              </a:rPr>
              <a:t> — distinct </a:t>
            </a:r>
            <a:r>
              <a:rPr lang="en-GB" dirty="0" err="1">
                <a:solidFill>
                  <a:schemeClr val="tx2">
                    <a:lumMod val="50000"/>
                  </a:schemeClr>
                </a:solidFill>
              </a:rPr>
              <a:t>id.resp_p</a:t>
            </a:r>
            <a:r>
              <a:rPr lang="en-GB" dirty="0">
                <a:solidFill>
                  <a:schemeClr val="tx2">
                    <a:lumMod val="50000"/>
                  </a:schemeClr>
                </a:solidFill>
              </a:rPr>
              <a:t> (port scanning)</a:t>
            </a:r>
          </a:p>
          <a:p>
            <a:pPr marL="285750" indent="-285750">
              <a:buFont typeface="Arial" panose="020B0604020202020204" pitchFamily="34" charset="0"/>
              <a:buChar char="•"/>
            </a:pPr>
            <a:r>
              <a:rPr lang="en-GB" dirty="0" err="1">
                <a:solidFill>
                  <a:schemeClr val="tx2">
                    <a:lumMod val="50000"/>
                  </a:schemeClr>
                </a:solidFill>
              </a:rPr>
              <a:t>mean_duration</a:t>
            </a:r>
            <a:r>
              <a:rPr lang="en-GB" dirty="0">
                <a:solidFill>
                  <a:schemeClr val="tx2">
                    <a:lumMod val="50000"/>
                  </a:schemeClr>
                </a:solidFill>
              </a:rPr>
              <a:t> — mean flow duration (bot beaconing: stable)</a:t>
            </a:r>
          </a:p>
          <a:p>
            <a:pPr marL="285750" indent="-285750">
              <a:buFont typeface="Arial" panose="020B0604020202020204" pitchFamily="34" charset="0"/>
              <a:buChar char="•"/>
            </a:pPr>
            <a:r>
              <a:rPr lang="en-GB" dirty="0" err="1">
                <a:solidFill>
                  <a:schemeClr val="tx2">
                    <a:lumMod val="50000"/>
                  </a:schemeClr>
                </a:solidFill>
              </a:rPr>
              <a:t>std_duration</a:t>
            </a:r>
            <a:r>
              <a:rPr lang="en-GB" dirty="0">
                <a:solidFill>
                  <a:schemeClr val="tx2">
                    <a:lumMod val="50000"/>
                  </a:schemeClr>
                </a:solidFill>
              </a:rPr>
              <a:t> — std of flow duration (low variance → beaconing)</a:t>
            </a:r>
          </a:p>
          <a:p>
            <a:pPr marL="285750" indent="-285750">
              <a:buFont typeface="Arial" panose="020B0604020202020204" pitchFamily="34" charset="0"/>
              <a:buChar char="•"/>
            </a:pPr>
            <a:r>
              <a:rPr lang="en-GB" dirty="0" err="1">
                <a:solidFill>
                  <a:schemeClr val="tx2">
                    <a:lumMod val="50000"/>
                  </a:schemeClr>
                </a:solidFill>
              </a:rPr>
              <a:t>bytes_per_sec</a:t>
            </a:r>
            <a:r>
              <a:rPr lang="en-GB" dirty="0">
                <a:solidFill>
                  <a:schemeClr val="tx2">
                    <a:lumMod val="50000"/>
                  </a:schemeClr>
                </a:solidFill>
              </a:rPr>
              <a:t> — total bytes per window duration (volumetric)</a:t>
            </a:r>
          </a:p>
          <a:p>
            <a:endParaRPr lang="en-US" dirty="0">
              <a:solidFill>
                <a:schemeClr val="tx2">
                  <a:lumMod val="50000"/>
                </a:schemeClr>
              </a:solidFill>
            </a:endParaRPr>
          </a:p>
          <a:p>
            <a:r>
              <a:rPr lang="en-US" b="1" dirty="0">
                <a:solidFill>
                  <a:schemeClr val="tx2">
                    <a:lumMod val="50000"/>
                  </a:schemeClr>
                </a:solidFill>
              </a:rPr>
              <a:t>Why this works</a:t>
            </a:r>
          </a:p>
          <a:p>
            <a:r>
              <a:rPr lang="en-GB" dirty="0">
                <a:solidFill>
                  <a:schemeClr val="tx2">
                    <a:lumMod val="50000"/>
                  </a:schemeClr>
                </a:solidFill>
              </a:rPr>
              <a:t>All five features are aggregated per source IP over a 60-second sliding window. Computed on per-day </a:t>
            </a:r>
            <a:r>
              <a:rPr lang="en-GB" dirty="0" err="1">
                <a:solidFill>
                  <a:schemeClr val="tx2">
                    <a:lumMod val="50000"/>
                  </a:schemeClr>
                </a:solidFill>
              </a:rPr>
              <a:t>labelled.csv</a:t>
            </a:r>
            <a:r>
              <a:rPr lang="en-GB" dirty="0">
                <a:solidFill>
                  <a:schemeClr val="tx2">
                    <a:lumMod val="50000"/>
                  </a:schemeClr>
                </a:solidFill>
              </a:rPr>
              <a:t> files in chronological order; window state is reset between days to prevent leakage. Identical semantics in training and live inference.</a:t>
            </a:r>
          </a:p>
          <a:p>
            <a:endParaRPr lang="en-US" b="1" dirty="0">
              <a:solidFill>
                <a:schemeClr val="tx2">
                  <a:lumMod val="50000"/>
                </a:schemeClr>
              </a:solidFill>
            </a:endParaRPr>
          </a:p>
          <a:p>
            <a:endParaRPr lang="en-US" b="1" dirty="0">
              <a:solidFill>
                <a:schemeClr val="tx2">
                  <a:lumMod val="50000"/>
                </a:schemeClr>
              </a:solidFill>
            </a:endParaRPr>
          </a:p>
        </p:txBody>
      </p:sp>
      <p:sp>
        <p:nvSpPr>
          <p:cNvPr id="3" name="Text Placeholder 5">
            <a:extLst>
              <a:ext uri="{FF2B5EF4-FFF2-40B4-BE49-F238E27FC236}">
                <a16:creationId xmlns:a16="http://schemas.microsoft.com/office/drawing/2014/main" id="{C73C4E8A-5A84-9F21-3887-6BA4AA87E474}"/>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2">
                    <a:lumMod val="50000"/>
                  </a:schemeClr>
                </a:solidFill>
              </a:rPr>
              <a:t>Machine Learning Methods in Network Attacks Detection</a:t>
            </a:r>
          </a:p>
          <a:p>
            <a:r>
              <a:rPr lang="en-GB" dirty="0">
                <a:solidFill>
                  <a:schemeClr val="tx2">
                    <a:lumMod val="50000"/>
                  </a:schemeClr>
                </a:solidFill>
              </a:rPr>
              <a:t>Danila Zhukov, Moscow 2026</a:t>
            </a:r>
            <a:endParaRPr lang="en-RU" dirty="0">
              <a:solidFill>
                <a:schemeClr val="tx2">
                  <a:lumMod val="50000"/>
                </a:schemeClr>
              </a:solidFill>
            </a:endParaRPr>
          </a:p>
        </p:txBody>
      </p:sp>
      <p:graphicFrame>
        <p:nvGraphicFramePr>
          <p:cNvPr id="53" name="Table 52">
            <a:extLst>
              <a:ext uri="{FF2B5EF4-FFF2-40B4-BE49-F238E27FC236}">
                <a16:creationId xmlns:a16="http://schemas.microsoft.com/office/drawing/2014/main" id="{3D6F21CE-3854-0158-0A44-CD6AF20441E6}"/>
              </a:ext>
            </a:extLst>
          </p:cNvPr>
          <p:cNvGraphicFramePr>
            <a:graphicFrameLocks noGrp="1"/>
          </p:cNvGraphicFramePr>
          <p:nvPr>
            <p:extLst>
              <p:ext uri="{D42A27DB-BD31-4B8C-83A1-F6EECF244321}">
                <p14:modId xmlns:p14="http://schemas.microsoft.com/office/powerpoint/2010/main" val="1580240993"/>
              </p:ext>
            </p:extLst>
          </p:nvPr>
        </p:nvGraphicFramePr>
        <p:xfrm>
          <a:off x="6680718" y="2430089"/>
          <a:ext cx="4715381" cy="1483360"/>
        </p:xfrm>
        <a:graphic>
          <a:graphicData uri="http://schemas.openxmlformats.org/drawingml/2006/table">
            <a:tbl>
              <a:tblPr firstRow="1" bandRow="1">
                <a:tableStyleId>{F2DE63D5-997A-4646-A377-4702673A728D}</a:tableStyleId>
              </a:tblPr>
              <a:tblGrid>
                <a:gridCol w="1754810">
                  <a:extLst>
                    <a:ext uri="{9D8B030D-6E8A-4147-A177-3AD203B41FA5}">
                      <a16:colId xmlns:a16="http://schemas.microsoft.com/office/drawing/2014/main" val="3297072605"/>
                    </a:ext>
                  </a:extLst>
                </a:gridCol>
                <a:gridCol w="1390833">
                  <a:extLst>
                    <a:ext uri="{9D8B030D-6E8A-4147-A177-3AD203B41FA5}">
                      <a16:colId xmlns:a16="http://schemas.microsoft.com/office/drawing/2014/main" val="2347086933"/>
                    </a:ext>
                  </a:extLst>
                </a:gridCol>
                <a:gridCol w="1569738">
                  <a:extLst>
                    <a:ext uri="{9D8B030D-6E8A-4147-A177-3AD203B41FA5}">
                      <a16:colId xmlns:a16="http://schemas.microsoft.com/office/drawing/2014/main" val="3278353503"/>
                    </a:ext>
                  </a:extLst>
                </a:gridCol>
              </a:tblGrid>
              <a:tr h="370840">
                <a:tc>
                  <a:txBody>
                    <a:bodyPr/>
                    <a:lstStyle/>
                    <a:p>
                      <a:r>
                        <a:rPr lang="en-RU" sz="1200" b="0" kern="1200" dirty="0">
                          <a:solidFill>
                            <a:schemeClr val="bg1"/>
                          </a:solidFill>
                          <a:latin typeface="+mn-lt"/>
                          <a:ea typeface="+mn-ea"/>
                          <a:cs typeface="+mn-cs"/>
                        </a:rPr>
                        <a:t>Attack Type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r>
                        <a:rPr lang="en-RU" sz="1200" b="0" kern="1200" dirty="0">
                          <a:solidFill>
                            <a:schemeClr val="bg1"/>
                          </a:solidFill>
                          <a:latin typeface="+mn-lt"/>
                          <a:ea typeface="+mn-ea"/>
                          <a:cs typeface="+mn-cs"/>
                        </a:rPr>
                        <a:t>Increase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r>
                        <a:rPr lang="en-RU" sz="1200" b="0" kern="1200" dirty="0">
                          <a:solidFill>
                            <a:schemeClr val="bg1"/>
                          </a:solidFill>
                          <a:latin typeface="+mn-lt"/>
                          <a:ea typeface="+mn-ea"/>
                          <a:cs typeface="+mn-cs"/>
                        </a:rPr>
                        <a:t>pp</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43833794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err="1">
                          <a:solidFill>
                            <a:schemeClr val="tx2">
                              <a:lumMod val="50000"/>
                            </a:schemeClr>
                          </a:solidFill>
                          <a:latin typeface="+mn-lt"/>
                          <a:ea typeface="+mn-ea"/>
                          <a:cs typeface="+mn-cs"/>
                        </a:rPr>
                        <a:t>SlowHTTPTest</a:t>
                      </a:r>
                      <a:endParaRPr lang="en-RU" sz="1200" kern="1200" dirty="0">
                        <a:solidFill>
                          <a:schemeClr val="tx2">
                            <a:lumMod val="50000"/>
                          </a:schemeClr>
                        </a:solidFill>
                        <a:latin typeface="+mn-lt"/>
                        <a:ea typeface="+mn-ea"/>
                        <a:cs typeface="+mn-cs"/>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RU" sz="1200" kern="1200" dirty="0">
                          <a:solidFill>
                            <a:schemeClr val="tx2">
                              <a:lumMod val="50000"/>
                            </a:schemeClr>
                          </a:solidFill>
                          <a:latin typeface="+mn-lt"/>
                          <a:ea typeface="+mn-ea"/>
                          <a:cs typeface="+mn-cs"/>
                        </a:rPr>
                        <a:t>+40 pp</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RU" sz="1200" kern="1200" dirty="0">
                          <a:solidFill>
                            <a:schemeClr val="tx2">
                              <a:lumMod val="50000"/>
                            </a:schemeClr>
                          </a:solidFill>
                          <a:latin typeface="+mn-lt"/>
                          <a:ea typeface="+mn-ea"/>
                          <a:cs typeface="+mn-cs"/>
                        </a:rPr>
                        <a:t>0</a:t>
                      </a:r>
                      <a:r>
                        <a:rPr lang="ru-RU" sz="1200" kern="1200" dirty="0">
                          <a:solidFill>
                            <a:schemeClr val="tx2">
                              <a:lumMod val="50000"/>
                            </a:schemeClr>
                          </a:solidFill>
                          <a:latin typeface="+mn-lt"/>
                          <a:ea typeface="+mn-ea"/>
                          <a:cs typeface="+mn-cs"/>
                        </a:rPr>
                        <a:t>,59</a:t>
                      </a:r>
                      <a:r>
                        <a:rPr lang="en-US" sz="1200" kern="1200" dirty="0">
                          <a:solidFill>
                            <a:schemeClr val="tx2">
                              <a:lumMod val="50000"/>
                            </a:schemeClr>
                          </a:solidFill>
                          <a:latin typeface="+mn-lt"/>
                          <a:ea typeface="+mn-ea"/>
                          <a:cs typeface="+mn-cs"/>
                        </a:rPr>
                        <a:t>-&gt;0,99</a:t>
                      </a:r>
                      <a:endParaRPr lang="en-RU" sz="1200" kern="1200" dirty="0">
                        <a:solidFill>
                          <a:schemeClr val="tx2">
                            <a:lumMod val="50000"/>
                          </a:schemeClr>
                        </a:solidFill>
                        <a:latin typeface="+mn-lt"/>
                        <a:ea typeface="+mn-ea"/>
                        <a:cs typeface="+mn-cs"/>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2627121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2">
                              <a:lumMod val="50000"/>
                            </a:schemeClr>
                          </a:solidFill>
                          <a:latin typeface="+mn-lt"/>
                          <a:ea typeface="+mn-ea"/>
                          <a:cs typeface="+mn-cs"/>
                        </a:rPr>
                        <a:t>FTP-</a:t>
                      </a:r>
                      <a:r>
                        <a:rPr lang="en-GB" sz="1200" kern="1200" dirty="0" err="1">
                          <a:solidFill>
                            <a:schemeClr val="tx2">
                              <a:lumMod val="50000"/>
                            </a:schemeClr>
                          </a:solidFill>
                          <a:latin typeface="+mn-lt"/>
                          <a:ea typeface="+mn-ea"/>
                          <a:cs typeface="+mn-cs"/>
                        </a:rPr>
                        <a:t>BruteForce</a:t>
                      </a:r>
                      <a:endParaRPr lang="en-RU" sz="1200" kern="1200" dirty="0">
                        <a:solidFill>
                          <a:schemeClr val="tx2">
                            <a:lumMod val="50000"/>
                          </a:schemeClr>
                        </a:solidFill>
                        <a:latin typeface="+mn-lt"/>
                        <a:ea typeface="+mn-ea"/>
                        <a:cs typeface="+mn-cs"/>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RU" sz="1200" kern="1200" dirty="0">
                          <a:solidFill>
                            <a:schemeClr val="tx2">
                              <a:lumMod val="50000"/>
                            </a:schemeClr>
                          </a:solidFill>
                          <a:latin typeface="+mn-lt"/>
                          <a:ea typeface="+mn-ea"/>
                          <a:cs typeface="+mn-cs"/>
                        </a:rPr>
                        <a:t>+18 pp</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RU" sz="1200" kern="1200" dirty="0">
                          <a:solidFill>
                            <a:schemeClr val="tx2">
                              <a:lumMod val="50000"/>
                            </a:schemeClr>
                          </a:solidFill>
                          <a:latin typeface="+mn-lt"/>
                          <a:ea typeface="+mn-ea"/>
                          <a:cs typeface="+mn-cs"/>
                        </a:rPr>
                        <a:t>0,81-&gt;0,99</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390735098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2">
                              <a:lumMod val="50000"/>
                            </a:schemeClr>
                          </a:solidFill>
                          <a:latin typeface="+mn-lt"/>
                          <a:ea typeface="+mn-ea"/>
                          <a:cs typeface="+mn-cs"/>
                        </a:rPr>
                        <a:t>Bot</a:t>
                      </a:r>
                      <a:endParaRPr lang="en-RU" sz="1200" kern="1200" dirty="0">
                        <a:solidFill>
                          <a:schemeClr val="tx2">
                            <a:lumMod val="50000"/>
                          </a:schemeClr>
                        </a:solidFill>
                        <a:latin typeface="+mn-lt"/>
                        <a:ea typeface="+mn-ea"/>
                        <a:cs typeface="+mn-cs"/>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RU" sz="1200" kern="1200" dirty="0">
                          <a:solidFill>
                            <a:schemeClr val="tx2">
                              <a:lumMod val="50000"/>
                            </a:schemeClr>
                          </a:solidFill>
                          <a:latin typeface="+mn-lt"/>
                          <a:ea typeface="+mn-ea"/>
                          <a:cs typeface="+mn-cs"/>
                        </a:rPr>
                        <a:t>+17 pp</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RU" sz="1200" kern="1200" dirty="0">
                          <a:solidFill>
                            <a:schemeClr val="tx2">
                              <a:lumMod val="50000"/>
                            </a:schemeClr>
                          </a:solidFill>
                          <a:latin typeface="+mn-lt"/>
                          <a:ea typeface="+mn-ea"/>
                          <a:cs typeface="+mn-cs"/>
                        </a:rPr>
                        <a:t>0,50-&gt;0,67</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328352336"/>
                  </a:ext>
                </a:extLst>
              </a:tr>
            </a:tbl>
          </a:graphicData>
        </a:graphic>
      </p:graphicFrame>
    </p:spTree>
    <p:extLst>
      <p:ext uri="{BB962C8B-B14F-4D97-AF65-F5344CB8AC3E}">
        <p14:creationId xmlns:p14="http://schemas.microsoft.com/office/powerpoint/2010/main" val="291978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C0BE8-E08F-CAA4-BACE-18D73C8C7BF4}"/>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FB573E9D-A0A2-4A12-DDA6-50D72772B58D}"/>
              </a:ext>
            </a:extLst>
          </p:cNvPr>
          <p:cNvSpPr>
            <a:spLocks noGrp="1"/>
          </p:cNvSpPr>
          <p:nvPr>
            <p:ph type="title"/>
          </p:nvPr>
        </p:nvSpPr>
        <p:spPr>
          <a:xfrm>
            <a:off x="585899" y="1447790"/>
            <a:ext cx="5333638" cy="415925"/>
          </a:xfrm>
        </p:spPr>
        <p:txBody>
          <a:bodyPr>
            <a:normAutofit/>
          </a:bodyPr>
          <a:lstStyle/>
          <a:p>
            <a:r>
              <a:rPr lang="en-US" dirty="0">
                <a:solidFill>
                  <a:schemeClr val="bg2">
                    <a:lumMod val="10000"/>
                  </a:schemeClr>
                </a:solidFill>
              </a:rPr>
              <a:t>Prototype Architecture</a:t>
            </a:r>
            <a:endParaRPr lang="ru-RU" dirty="0">
              <a:solidFill>
                <a:schemeClr val="bg2">
                  <a:lumMod val="10000"/>
                </a:schemeClr>
              </a:solidFill>
            </a:endParaRPr>
          </a:p>
        </p:txBody>
      </p:sp>
      <p:sp>
        <p:nvSpPr>
          <p:cNvPr id="3" name="Text Placeholder 5">
            <a:extLst>
              <a:ext uri="{FF2B5EF4-FFF2-40B4-BE49-F238E27FC236}">
                <a16:creationId xmlns:a16="http://schemas.microsoft.com/office/drawing/2014/main" id="{78059000-7907-8ADC-0C32-9433869696C8}"/>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bg2">
                    <a:lumMod val="10000"/>
                  </a:schemeClr>
                </a:solidFill>
              </a:rPr>
              <a:t>Machine Learning Methods in Network Attacks Detection</a:t>
            </a:r>
          </a:p>
          <a:p>
            <a:r>
              <a:rPr lang="en-GB" dirty="0">
                <a:solidFill>
                  <a:schemeClr val="bg2">
                    <a:lumMod val="10000"/>
                  </a:schemeClr>
                </a:solidFill>
              </a:rPr>
              <a:t>Danila Zhukov, Moscow 2026</a:t>
            </a:r>
            <a:endParaRPr lang="en-RU" dirty="0">
              <a:solidFill>
                <a:schemeClr val="bg2">
                  <a:lumMod val="10000"/>
                </a:schemeClr>
              </a:solidFill>
            </a:endParaRPr>
          </a:p>
        </p:txBody>
      </p:sp>
      <p:pic>
        <p:nvPicPr>
          <p:cNvPr id="5" name="Graphic 1">
            <a:extLst>
              <a:ext uri="{FF2B5EF4-FFF2-40B4-BE49-F238E27FC236}">
                <a16:creationId xmlns:a16="http://schemas.microsoft.com/office/drawing/2014/main" id="{DF74DF00-88D5-C906-3E91-5DC33CC35D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5899" y="2217029"/>
            <a:ext cx="5755005" cy="3893820"/>
          </a:xfrm>
          <a:prstGeom prst="rect">
            <a:avLst/>
          </a:prstGeom>
        </p:spPr>
      </p:pic>
      <p:sp>
        <p:nvSpPr>
          <p:cNvPr id="7" name="TextBox 6">
            <a:extLst>
              <a:ext uri="{FF2B5EF4-FFF2-40B4-BE49-F238E27FC236}">
                <a16:creationId xmlns:a16="http://schemas.microsoft.com/office/drawing/2014/main" id="{9D3FECD1-0B7E-C8CE-78C9-CC8FB1F23E9F}"/>
              </a:ext>
            </a:extLst>
          </p:cNvPr>
          <p:cNvSpPr txBox="1"/>
          <p:nvPr/>
        </p:nvSpPr>
        <p:spPr>
          <a:xfrm>
            <a:off x="6975785" y="2090245"/>
            <a:ext cx="4630316" cy="1814407"/>
          </a:xfrm>
          <a:prstGeom prst="rect">
            <a:avLst/>
          </a:prstGeom>
          <a:noFill/>
        </p:spPr>
        <p:txBody>
          <a:bodyPr wrap="square">
            <a:spAutoFit/>
          </a:bodyPr>
          <a:lstStyle/>
          <a:p>
            <a:pPr>
              <a:lnSpc>
                <a:spcPct val="115000"/>
              </a:lnSpc>
              <a:spcBef>
                <a:spcPts val="900"/>
              </a:spcBef>
              <a:spcAft>
                <a:spcPts val="900"/>
              </a:spcAft>
              <a:buNone/>
            </a:pPr>
            <a:r>
              <a:rPr lang="en-US" sz="1400" dirty="0">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The complete system is containerized using Docker Compose with three services: Kafka (</a:t>
            </a:r>
            <a:r>
              <a:rPr lang="en-US" sz="1400" dirty="0" err="1">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KRaft</a:t>
            </a:r>
            <a:r>
              <a:rPr lang="en-US" sz="1400" dirty="0">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 mode, official Apache image), Zeek (custom image: </a:t>
            </a:r>
            <a:r>
              <a:rPr lang="en-US" sz="1400" dirty="0" err="1">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zeek</a:t>
            </a:r>
            <a:r>
              <a:rPr lang="en-US" sz="1400" dirty="0">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/zeek:7.0.4 + </a:t>
            </a:r>
            <a:r>
              <a:rPr lang="en-US" sz="1400" dirty="0" err="1">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zeek-kafka</a:t>
            </a:r>
            <a:r>
              <a:rPr lang="en-US" sz="1400" dirty="0">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 plugin), and the Spark consumer (custom image: spark:python3 + </a:t>
            </a:r>
            <a:r>
              <a:rPr lang="en-US" sz="1400" dirty="0" err="1">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XGBoost</a:t>
            </a:r>
            <a:r>
              <a:rPr lang="en-US" sz="1400" dirty="0">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rPr>
              <a:t> + trained model). All containers use host networking to allow Zeek direct access to the monitoring interface.</a:t>
            </a:r>
            <a:endParaRPr lang="en-RU" sz="1400" dirty="0">
              <a:solidFill>
                <a:schemeClr val="bg2">
                  <a:lumMod val="10000"/>
                </a:schemeClr>
              </a:solidFill>
              <a:effectLst/>
              <a:latin typeface="HSE Sans" panose="02000000000000000000" pitchFamily="2"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42171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32219-7966-27A3-7EE7-C377A5768CBC}"/>
              </a:ext>
            </a:extLst>
          </p:cNvPr>
          <p:cNvSpPr>
            <a:spLocks noGrp="1"/>
          </p:cNvSpPr>
          <p:nvPr>
            <p:ph type="title"/>
          </p:nvPr>
        </p:nvSpPr>
        <p:spPr/>
        <p:txBody>
          <a:bodyPr/>
          <a:lstStyle/>
          <a:p>
            <a:r>
              <a:rPr lang="en-US" dirty="0">
                <a:solidFill>
                  <a:schemeClr val="bg2">
                    <a:lumMod val="10000"/>
                  </a:schemeClr>
                </a:solidFill>
              </a:rPr>
              <a:t>Live Lab Test: from 1/7 to 7/7</a:t>
            </a:r>
            <a:endParaRPr lang="en-RU" dirty="0">
              <a:solidFill>
                <a:schemeClr val="bg2">
                  <a:lumMod val="10000"/>
                </a:schemeClr>
              </a:solidFill>
            </a:endParaRPr>
          </a:p>
        </p:txBody>
      </p:sp>
      <p:sp>
        <p:nvSpPr>
          <p:cNvPr id="7" name="TextBox 6">
            <a:extLst>
              <a:ext uri="{FF2B5EF4-FFF2-40B4-BE49-F238E27FC236}">
                <a16:creationId xmlns:a16="http://schemas.microsoft.com/office/drawing/2014/main" id="{1C26B966-0308-723B-256C-E1D7481C1B01}"/>
              </a:ext>
            </a:extLst>
          </p:cNvPr>
          <p:cNvSpPr txBox="1"/>
          <p:nvPr/>
        </p:nvSpPr>
        <p:spPr>
          <a:xfrm>
            <a:off x="488172" y="1884848"/>
            <a:ext cx="11057955" cy="461665"/>
          </a:xfrm>
          <a:prstGeom prst="rect">
            <a:avLst/>
          </a:prstGeom>
          <a:noFill/>
        </p:spPr>
        <p:txBody>
          <a:bodyPr wrap="square" rtlCol="0">
            <a:spAutoFit/>
          </a:bodyPr>
          <a:lstStyle/>
          <a:p>
            <a:r>
              <a:rPr lang="en-GB" sz="1200" dirty="0">
                <a:solidFill>
                  <a:schemeClr val="bg2">
                    <a:lumMod val="10000"/>
                  </a:schemeClr>
                </a:solidFill>
              </a:rPr>
              <a:t>Hybrid (temporal ML + rule engine) detects 7 of 7 attack tools in controlled lab tests; baseline </a:t>
            </a:r>
            <a:r>
              <a:rPr lang="en-GB" sz="1200" dirty="0" err="1">
                <a:solidFill>
                  <a:schemeClr val="bg2">
                    <a:lumMod val="10000"/>
                  </a:schemeClr>
                </a:solidFill>
              </a:rPr>
              <a:t>XGBoost</a:t>
            </a:r>
            <a:r>
              <a:rPr lang="en-GB" sz="1200" dirty="0">
                <a:solidFill>
                  <a:schemeClr val="bg2">
                    <a:lumMod val="10000"/>
                  </a:schemeClr>
                </a:solidFill>
              </a:rPr>
              <a:t> alone detects 1 of 7 — despite both models exceeding offline weighted F1 = 0.994.</a:t>
            </a:r>
          </a:p>
        </p:txBody>
      </p:sp>
      <p:graphicFrame>
        <p:nvGraphicFramePr>
          <p:cNvPr id="9" name="Table 8">
            <a:extLst>
              <a:ext uri="{FF2B5EF4-FFF2-40B4-BE49-F238E27FC236}">
                <a16:creationId xmlns:a16="http://schemas.microsoft.com/office/drawing/2014/main" id="{29243EB3-DBE6-F477-A640-110B613E6B76}"/>
              </a:ext>
            </a:extLst>
          </p:cNvPr>
          <p:cNvGraphicFramePr>
            <a:graphicFrameLocks noGrp="1"/>
          </p:cNvGraphicFramePr>
          <p:nvPr>
            <p:extLst>
              <p:ext uri="{D42A27DB-BD31-4B8C-83A1-F6EECF244321}">
                <p14:modId xmlns:p14="http://schemas.microsoft.com/office/powerpoint/2010/main" val="2803211258"/>
              </p:ext>
            </p:extLst>
          </p:nvPr>
        </p:nvGraphicFramePr>
        <p:xfrm>
          <a:off x="488172" y="2468212"/>
          <a:ext cx="11155680" cy="3200400"/>
        </p:xfrm>
        <a:graphic>
          <a:graphicData uri="http://schemas.openxmlformats.org/drawingml/2006/table">
            <a:tbl>
              <a:tblPr firstRow="1" bandRow="1">
                <a:tableStyleId>{F2DE63D5-997A-4646-A377-4702673A728D}</a:tableStyleId>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00050">
                <a:tc>
                  <a:txBody>
                    <a:bodyPr/>
                    <a:lstStyle/>
                    <a:p>
                      <a:pPr algn="l"/>
                      <a:r>
                        <a:rPr sz="1200" b="0" dirty="0">
                          <a:solidFill>
                            <a:srgbClr val="FFFFFF"/>
                          </a:solidFill>
                          <a:latin typeface="HSE Sans" panose="02000000000000000000" pitchFamily="2" charset="0"/>
                        </a:rPr>
                        <a:t>Attack tool</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rgbClr val="FFFFFF"/>
                          </a:solidFill>
                          <a:latin typeface="HSE Sans" panose="02000000000000000000" pitchFamily="2" charset="0"/>
                        </a:rPr>
                        <a:t>Class</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rgbClr val="FFFFFF"/>
                          </a:solidFill>
                          <a:latin typeface="HSE Sans" panose="02000000000000000000" pitchFamily="2" charset="0"/>
                        </a:rPr>
                        <a:t>Baseline ML</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rgbClr val="FFFFFF"/>
                          </a:solidFill>
                          <a:latin typeface="HSE Sans" panose="02000000000000000000" pitchFamily="2" charset="0"/>
                        </a:rPr>
                        <a:t>Temporal ML</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tc>
                  <a:txBody>
                    <a:bodyPr/>
                    <a:lstStyle/>
                    <a:p>
                      <a:pPr algn="l"/>
                      <a:r>
                        <a:rPr sz="1200" b="0" dirty="0">
                          <a:solidFill>
                            <a:srgbClr val="FFFFFF"/>
                          </a:solidFill>
                          <a:latin typeface="HSE Sans" panose="02000000000000000000" pitchFamily="2" charset="0"/>
                        </a:rPr>
                        <a:t>Hybrid (ML + rules)</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400050">
                <a:tc>
                  <a:txBody>
                    <a:bodyPr/>
                    <a:lstStyle/>
                    <a:p>
                      <a:pPr algn="l"/>
                      <a:r>
                        <a:rPr sz="1200">
                          <a:solidFill>
                            <a:srgbClr val="1A2332"/>
                          </a:solidFill>
                          <a:latin typeface="HSE Sans" panose="02000000000000000000" pitchFamily="2" charset="0"/>
                        </a:rPr>
                        <a:t>Hulk (HTTP DoS)</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a:solidFill>
                            <a:srgbClr val="1A2332"/>
                          </a:solidFill>
                          <a:latin typeface="HSE Sans" panose="02000000000000000000" pitchFamily="2" charset="0"/>
                        </a:rPr>
                        <a:t>DoS-Hulk</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r h="400050">
                <a:tc>
                  <a:txBody>
                    <a:bodyPr/>
                    <a:lstStyle/>
                    <a:p>
                      <a:pPr algn="l"/>
                      <a:r>
                        <a:rPr sz="1200">
                          <a:solidFill>
                            <a:srgbClr val="1A2332"/>
                          </a:solidFill>
                          <a:latin typeface="HSE Sans" panose="02000000000000000000" pitchFamily="2" charset="0"/>
                        </a:rPr>
                        <a:t>GoldenEye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a:solidFill>
                            <a:srgbClr val="1A2332"/>
                          </a:solidFill>
                          <a:latin typeface="HSE Sans" panose="02000000000000000000" pitchFamily="2" charset="0"/>
                        </a:rPr>
                        <a:t>DoS-GoldenEye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400050">
                <a:tc>
                  <a:txBody>
                    <a:bodyPr/>
                    <a:lstStyle/>
                    <a:p>
                      <a:pPr algn="l"/>
                      <a:r>
                        <a:rPr sz="1200">
                          <a:solidFill>
                            <a:srgbClr val="1A2332"/>
                          </a:solidFill>
                          <a:latin typeface="HSE Sans" panose="02000000000000000000" pitchFamily="2" charset="0"/>
                        </a:rPr>
                        <a:t>Slowloris</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dirty="0">
                          <a:solidFill>
                            <a:srgbClr val="1A2332"/>
                          </a:solidFill>
                          <a:latin typeface="HSE Sans" panose="02000000000000000000" pitchFamily="2" charset="0"/>
                        </a:rPr>
                        <a:t>DoS-</a:t>
                      </a:r>
                      <a:r>
                        <a:rPr sz="1200" dirty="0" err="1">
                          <a:solidFill>
                            <a:srgbClr val="1A2332"/>
                          </a:solidFill>
                          <a:latin typeface="HSE Sans" panose="02000000000000000000" pitchFamily="2" charset="0"/>
                        </a:rPr>
                        <a:t>Slowloris</a:t>
                      </a:r>
                      <a:endParaRPr sz="1200" dirty="0">
                        <a:solidFill>
                          <a:srgbClr val="1A2332"/>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400050">
                <a:tc>
                  <a:txBody>
                    <a:bodyPr/>
                    <a:lstStyle/>
                    <a:p>
                      <a:pPr algn="l"/>
                      <a:r>
                        <a:rPr sz="1200">
                          <a:solidFill>
                            <a:srgbClr val="1A2332"/>
                          </a:solidFill>
                          <a:latin typeface="HSE Sans" panose="02000000000000000000" pitchFamily="2" charset="0"/>
                        </a:rPr>
                        <a:t>SlowHTTPTest</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dirty="0">
                          <a:solidFill>
                            <a:srgbClr val="1A2332"/>
                          </a:solidFill>
                          <a:latin typeface="HSE Sans" panose="02000000000000000000" pitchFamily="2" charset="0"/>
                        </a:rPr>
                        <a:t>DoS-</a:t>
                      </a:r>
                      <a:r>
                        <a:rPr sz="1200" dirty="0" err="1">
                          <a:solidFill>
                            <a:srgbClr val="1A2332"/>
                          </a:solidFill>
                          <a:latin typeface="HSE Sans" panose="02000000000000000000" pitchFamily="2" charset="0"/>
                        </a:rPr>
                        <a:t>SlowHTTPTest</a:t>
                      </a:r>
                      <a:endParaRPr sz="1200" dirty="0">
                        <a:solidFill>
                          <a:srgbClr val="1A2332"/>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4"/>
                  </a:ext>
                </a:extLst>
              </a:tr>
              <a:tr h="400050">
                <a:tc>
                  <a:txBody>
                    <a:bodyPr/>
                    <a:lstStyle/>
                    <a:p>
                      <a:pPr algn="l"/>
                      <a:r>
                        <a:rPr sz="1200">
                          <a:solidFill>
                            <a:srgbClr val="1A2332"/>
                          </a:solidFill>
                          <a:latin typeface="HSE Sans" panose="02000000000000000000" pitchFamily="2" charset="0"/>
                        </a:rPr>
                        <a:t>hping3 SYN flood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dirty="0">
                          <a:solidFill>
                            <a:srgbClr val="1A2332"/>
                          </a:solidFill>
                          <a:latin typeface="HSE Sans" panose="02000000000000000000" pitchFamily="2" charset="0"/>
                        </a:rPr>
                        <a:t>DoS-Hulk*</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r h="400050">
                <a:tc>
                  <a:txBody>
                    <a:bodyPr/>
                    <a:lstStyle/>
                    <a:p>
                      <a:pPr algn="l"/>
                      <a:r>
                        <a:rPr sz="1200">
                          <a:solidFill>
                            <a:srgbClr val="1A2332"/>
                          </a:solidFill>
                          <a:latin typeface="HSE Sans" panose="02000000000000000000" pitchFamily="2" charset="0"/>
                        </a:rPr>
                        <a:t>SSH brute force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a:solidFill>
                            <a:srgbClr val="1A2332"/>
                          </a:solidFill>
                          <a:latin typeface="HSE Sans" panose="02000000000000000000" pitchFamily="2" charset="0"/>
                        </a:rPr>
                        <a:t>SSH-BruteForce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6"/>
                  </a:ext>
                </a:extLst>
              </a:tr>
              <a:tr h="400050">
                <a:tc>
                  <a:txBody>
                    <a:bodyPr/>
                    <a:lstStyle/>
                    <a:p>
                      <a:pPr algn="l"/>
                      <a:r>
                        <a:rPr sz="1200">
                          <a:solidFill>
                            <a:srgbClr val="1A2332"/>
                          </a:solidFill>
                          <a:latin typeface="HSE Sans" panose="02000000000000000000" pitchFamily="2" charset="0"/>
                        </a:rPr>
                        <a:t>FTP brute force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l"/>
                      <a:r>
                        <a:rPr sz="1200">
                          <a:solidFill>
                            <a:srgbClr val="1A2332"/>
                          </a:solidFill>
                          <a:latin typeface="HSE Sans" panose="02000000000000000000" pitchFamily="2" charset="0"/>
                        </a:rPr>
                        <a:t>FTP-BruteForce</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lang="en-US" sz="1200" b="0" dirty="0">
                          <a:solidFill>
                            <a:srgbClr val="E63946"/>
                          </a:solidFill>
                          <a:latin typeface="HSE Sans" panose="02000000000000000000" pitchFamily="2" charset="0"/>
                        </a:rPr>
                        <a:t>x</a:t>
                      </a:r>
                      <a:endParaRPr sz="1200" b="0" dirty="0">
                        <a:solidFill>
                          <a:srgbClr val="E63946"/>
                        </a:solidFill>
                        <a:latin typeface="HSE Sans" panose="02000000000000000000" pitchFamily="2" charset="0"/>
                      </a:endParaRP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r>
                        <a:rPr sz="1200" b="0" i="0" kern="1200" dirty="0">
                          <a:solidFill>
                            <a:srgbClr val="2A9D8F"/>
                          </a:solidFill>
                          <a:latin typeface="HSE Sans" panose="02000000000000000000" pitchFamily="2" charset="0"/>
                          <a:ea typeface="+mn-ea"/>
                          <a:cs typeface="+mn-cs"/>
                        </a:rPr>
                        <a:t>detected</a:t>
                      </a:r>
                    </a:p>
                  </a:txBody>
                  <a:tcP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TextBox 9">
            <a:extLst>
              <a:ext uri="{FF2B5EF4-FFF2-40B4-BE49-F238E27FC236}">
                <a16:creationId xmlns:a16="http://schemas.microsoft.com/office/drawing/2014/main" id="{E3880B6D-6A8D-DFF9-2998-AF8E69569565}"/>
              </a:ext>
            </a:extLst>
          </p:cNvPr>
          <p:cNvSpPr txBox="1"/>
          <p:nvPr/>
        </p:nvSpPr>
        <p:spPr>
          <a:xfrm>
            <a:off x="488172" y="5916986"/>
            <a:ext cx="9959778" cy="400110"/>
          </a:xfrm>
          <a:prstGeom prst="rect">
            <a:avLst/>
          </a:prstGeom>
          <a:noFill/>
        </p:spPr>
        <p:txBody>
          <a:bodyPr wrap="none" rtlCol="0">
            <a:spAutoFit/>
          </a:bodyPr>
          <a:lstStyle/>
          <a:p>
            <a:pPr algn="l"/>
            <a:r>
              <a:rPr lang="en-GB" sz="1000" dirty="0">
                <a:solidFill>
                  <a:schemeClr val="bg2">
                    <a:lumMod val="10000"/>
                  </a:schemeClr>
                </a:solidFill>
                <a:latin typeface="HSE Sans" panose="02000000000000000000" pitchFamily="2" charset="0"/>
              </a:rPr>
              <a:t>Lab testbed: 1 attacker VM (Kali), 1 sensor (Zeek + Spark consumer), 4 victim VMs (Ubuntu, Apache, </a:t>
            </a:r>
            <a:r>
              <a:rPr lang="en-GB" sz="1000" dirty="0" err="1">
                <a:solidFill>
                  <a:schemeClr val="bg2">
                    <a:lumMod val="10000"/>
                  </a:schemeClr>
                </a:solidFill>
                <a:latin typeface="HSE Sans" panose="02000000000000000000" pitchFamily="2" charset="0"/>
              </a:rPr>
              <a:t>vsftpd</a:t>
            </a:r>
            <a:r>
              <a:rPr lang="en-GB" sz="1000" dirty="0">
                <a:solidFill>
                  <a:schemeClr val="bg2">
                    <a:lumMod val="10000"/>
                  </a:schemeClr>
                </a:solidFill>
                <a:latin typeface="HSE Sans" panose="02000000000000000000" pitchFamily="2" charset="0"/>
              </a:rPr>
              <a:t>, OpenSSH); all traffic crosses a bridge with the sensor on a SPAN port.</a:t>
            </a:r>
          </a:p>
          <a:p>
            <a:pPr algn="l"/>
            <a:endParaRPr lang="en-RU" sz="1000" dirty="0">
              <a:latin typeface="HSE Sans" panose="02000000000000000000" pitchFamily="2" charset="0"/>
            </a:endParaRPr>
          </a:p>
        </p:txBody>
      </p:sp>
      <p:sp>
        <p:nvSpPr>
          <p:cNvPr id="11" name="Text Placeholder 5">
            <a:extLst>
              <a:ext uri="{FF2B5EF4-FFF2-40B4-BE49-F238E27FC236}">
                <a16:creationId xmlns:a16="http://schemas.microsoft.com/office/drawing/2014/main" id="{675A2E67-EE2D-4ECB-F90F-B9FA70FC8492}"/>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bg2">
                    <a:lumMod val="10000"/>
                  </a:schemeClr>
                </a:solidFill>
              </a:rPr>
              <a:t>Machine Learning Methods in Network Attacks Detection</a:t>
            </a:r>
          </a:p>
          <a:p>
            <a:r>
              <a:rPr lang="en-GB" dirty="0">
                <a:solidFill>
                  <a:schemeClr val="bg2">
                    <a:lumMod val="10000"/>
                  </a:schemeClr>
                </a:solidFill>
              </a:rPr>
              <a:t>Danila Zhukov, Moscow 2026</a:t>
            </a:r>
            <a:endParaRPr lang="en-RU" dirty="0">
              <a:solidFill>
                <a:schemeClr val="bg2">
                  <a:lumMod val="10000"/>
                </a:schemeClr>
              </a:solidFill>
            </a:endParaRPr>
          </a:p>
        </p:txBody>
      </p:sp>
    </p:spTree>
    <p:extLst>
      <p:ext uri="{BB962C8B-B14F-4D97-AF65-F5344CB8AC3E}">
        <p14:creationId xmlns:p14="http://schemas.microsoft.com/office/powerpoint/2010/main" val="786614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4C75F53-614F-2F6F-F53F-EA5AF9B46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A7B43-18E1-FC62-CC40-150D954D49EB}"/>
              </a:ext>
            </a:extLst>
          </p:cNvPr>
          <p:cNvSpPr>
            <a:spLocks noGrp="1"/>
          </p:cNvSpPr>
          <p:nvPr>
            <p:ph type="title"/>
          </p:nvPr>
        </p:nvSpPr>
        <p:spPr/>
        <p:txBody>
          <a:bodyPr/>
          <a:lstStyle/>
          <a:p>
            <a:r>
              <a:rPr lang="en-US" dirty="0">
                <a:solidFill>
                  <a:schemeClr val="bg2">
                    <a:lumMod val="10000"/>
                  </a:schemeClr>
                </a:solidFill>
              </a:rPr>
              <a:t>Prototype Example</a:t>
            </a:r>
            <a:endParaRPr lang="en-RU" dirty="0">
              <a:solidFill>
                <a:schemeClr val="bg2">
                  <a:lumMod val="10000"/>
                </a:schemeClr>
              </a:solidFill>
            </a:endParaRPr>
          </a:p>
        </p:txBody>
      </p:sp>
      <p:sp>
        <p:nvSpPr>
          <p:cNvPr id="11" name="Text Placeholder 5">
            <a:extLst>
              <a:ext uri="{FF2B5EF4-FFF2-40B4-BE49-F238E27FC236}">
                <a16:creationId xmlns:a16="http://schemas.microsoft.com/office/drawing/2014/main" id="{6EAFEBBE-868E-3E72-AD40-7AC804CC9156}"/>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bg2">
                    <a:lumMod val="10000"/>
                  </a:schemeClr>
                </a:solidFill>
              </a:rPr>
              <a:t>Machine Learning Methods in Network Attacks Detection</a:t>
            </a:r>
          </a:p>
          <a:p>
            <a:r>
              <a:rPr lang="en-GB" dirty="0">
                <a:solidFill>
                  <a:schemeClr val="bg2">
                    <a:lumMod val="10000"/>
                  </a:schemeClr>
                </a:solidFill>
              </a:rPr>
              <a:t>Danila Zhukov, Moscow 2026</a:t>
            </a:r>
            <a:endParaRPr lang="en-RU" dirty="0">
              <a:solidFill>
                <a:schemeClr val="bg2">
                  <a:lumMod val="10000"/>
                </a:schemeClr>
              </a:solidFill>
            </a:endParaRPr>
          </a:p>
        </p:txBody>
      </p:sp>
    </p:spTree>
    <p:extLst>
      <p:ext uri="{BB962C8B-B14F-4D97-AF65-F5344CB8AC3E}">
        <p14:creationId xmlns:p14="http://schemas.microsoft.com/office/powerpoint/2010/main" val="1957729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508F7-98A2-5637-80DB-17DBD3BE61DA}"/>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B862C343-1377-F065-F178-0E146F29F8EC}"/>
              </a:ext>
            </a:extLst>
          </p:cNvPr>
          <p:cNvSpPr>
            <a:spLocks noGrp="1"/>
          </p:cNvSpPr>
          <p:nvPr>
            <p:ph type="title"/>
          </p:nvPr>
        </p:nvSpPr>
        <p:spPr/>
        <p:txBody>
          <a:bodyPr/>
          <a:lstStyle/>
          <a:p>
            <a:r>
              <a:rPr lang="en-GB" dirty="0">
                <a:solidFill>
                  <a:schemeClr val="bg2">
                    <a:lumMod val="10000"/>
                  </a:schemeClr>
                </a:solidFill>
              </a:rPr>
              <a:t>Throughput and Latency</a:t>
            </a:r>
          </a:p>
        </p:txBody>
      </p:sp>
      <p:sp>
        <p:nvSpPr>
          <p:cNvPr id="3" name="Text Placeholder 5">
            <a:extLst>
              <a:ext uri="{FF2B5EF4-FFF2-40B4-BE49-F238E27FC236}">
                <a16:creationId xmlns:a16="http://schemas.microsoft.com/office/drawing/2014/main" id="{CB77C64B-72B7-2126-BBD5-05B59485819F}"/>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bg2">
                    <a:lumMod val="10000"/>
                  </a:schemeClr>
                </a:solidFill>
              </a:rPr>
              <a:t>Machine Learning Methods in Network Attacks Detection</a:t>
            </a:r>
          </a:p>
          <a:p>
            <a:r>
              <a:rPr lang="en-GB">
                <a:solidFill>
                  <a:schemeClr val="bg2">
                    <a:lumMod val="10000"/>
                  </a:schemeClr>
                </a:solidFill>
              </a:rPr>
              <a:t>Danila Zhukov, Moscow 2026</a:t>
            </a:r>
            <a:endParaRPr lang="en-RU" dirty="0">
              <a:solidFill>
                <a:schemeClr val="bg2">
                  <a:lumMod val="10000"/>
                </a:schemeClr>
              </a:solidFill>
            </a:endParaRPr>
          </a:p>
        </p:txBody>
      </p:sp>
      <p:pic>
        <p:nvPicPr>
          <p:cNvPr id="2" name="Picture 1" descr="figure_throughput.png">
            <a:extLst>
              <a:ext uri="{FF2B5EF4-FFF2-40B4-BE49-F238E27FC236}">
                <a16:creationId xmlns:a16="http://schemas.microsoft.com/office/drawing/2014/main" id="{1A93461F-8F44-DBF1-EC2C-EF3965F51C78}"/>
              </a:ext>
            </a:extLst>
          </p:cNvPr>
          <p:cNvPicPr>
            <a:picLocks noChangeAspect="1"/>
          </p:cNvPicPr>
          <p:nvPr/>
        </p:nvPicPr>
        <p:blipFill>
          <a:blip r:embed="rId2"/>
          <a:stretch>
            <a:fillRect/>
          </a:stretch>
        </p:blipFill>
        <p:spPr>
          <a:xfrm>
            <a:off x="585899" y="2301015"/>
            <a:ext cx="5377720" cy="3109195"/>
          </a:xfrm>
          <a:prstGeom prst="rect">
            <a:avLst/>
          </a:prstGeom>
        </p:spPr>
      </p:pic>
      <p:sp>
        <p:nvSpPr>
          <p:cNvPr id="7" name="TextBox 6">
            <a:extLst>
              <a:ext uri="{FF2B5EF4-FFF2-40B4-BE49-F238E27FC236}">
                <a16:creationId xmlns:a16="http://schemas.microsoft.com/office/drawing/2014/main" id="{03E24127-1E16-4B60-014E-C9BDA65CE232}"/>
              </a:ext>
            </a:extLst>
          </p:cNvPr>
          <p:cNvSpPr txBox="1"/>
          <p:nvPr/>
        </p:nvSpPr>
        <p:spPr>
          <a:xfrm>
            <a:off x="585899" y="1947816"/>
            <a:ext cx="2462101" cy="276999"/>
          </a:xfrm>
          <a:prstGeom prst="rect">
            <a:avLst/>
          </a:prstGeom>
          <a:noFill/>
        </p:spPr>
        <p:txBody>
          <a:bodyPr wrap="square" rtlCol="0">
            <a:spAutoFit/>
          </a:bodyPr>
          <a:lstStyle/>
          <a:p>
            <a:r>
              <a:rPr lang="en-RU" sz="1200" b="1" dirty="0">
                <a:solidFill>
                  <a:schemeClr val="bg2">
                    <a:lumMod val="10000"/>
                  </a:schemeClr>
                </a:solidFill>
                <a:latin typeface="HSE Sans" panose="02000000000000000000" pitchFamily="2" charset="0"/>
              </a:rPr>
              <a:t>Sustained </a:t>
            </a:r>
            <a:r>
              <a:rPr lang="en-GB" sz="1200" b="1" dirty="0">
                <a:solidFill>
                  <a:schemeClr val="bg2">
                    <a:lumMod val="10000"/>
                  </a:schemeClr>
                </a:solidFill>
                <a:latin typeface="HSE Sans" panose="02000000000000000000" pitchFamily="2" charset="0"/>
              </a:rPr>
              <a:t>Throughput</a:t>
            </a:r>
            <a:endParaRPr lang="en-RU" sz="1200" b="1" dirty="0">
              <a:solidFill>
                <a:schemeClr val="bg2">
                  <a:lumMod val="10000"/>
                </a:schemeClr>
              </a:solidFill>
              <a:latin typeface="HSE Sans" panose="02000000000000000000" pitchFamily="2" charset="0"/>
            </a:endParaRPr>
          </a:p>
        </p:txBody>
      </p:sp>
      <p:sp>
        <p:nvSpPr>
          <p:cNvPr id="8" name="TextBox 7">
            <a:extLst>
              <a:ext uri="{FF2B5EF4-FFF2-40B4-BE49-F238E27FC236}">
                <a16:creationId xmlns:a16="http://schemas.microsoft.com/office/drawing/2014/main" id="{65B01A42-E91C-C2C2-0BFA-5F310E1038AE}"/>
              </a:ext>
            </a:extLst>
          </p:cNvPr>
          <p:cNvSpPr txBox="1"/>
          <p:nvPr/>
        </p:nvSpPr>
        <p:spPr>
          <a:xfrm>
            <a:off x="6272920" y="1947816"/>
            <a:ext cx="2462101" cy="276999"/>
          </a:xfrm>
          <a:prstGeom prst="rect">
            <a:avLst/>
          </a:prstGeom>
          <a:noFill/>
        </p:spPr>
        <p:txBody>
          <a:bodyPr wrap="square" rtlCol="0">
            <a:spAutoFit/>
          </a:bodyPr>
          <a:lstStyle/>
          <a:p>
            <a:r>
              <a:rPr lang="en-US" sz="1200" b="1" dirty="0">
                <a:solidFill>
                  <a:schemeClr val="bg2">
                    <a:lumMod val="10000"/>
                  </a:schemeClr>
                </a:solidFill>
                <a:latin typeface="HSE Sans" panose="02000000000000000000" pitchFamily="2" charset="0"/>
              </a:rPr>
              <a:t>Typical End-to-end Latency</a:t>
            </a:r>
            <a:endParaRPr lang="en-RU" sz="1200" b="1" dirty="0">
              <a:solidFill>
                <a:schemeClr val="bg2">
                  <a:lumMod val="10000"/>
                </a:schemeClr>
              </a:solidFill>
              <a:latin typeface="HSE Sans" panose="02000000000000000000" pitchFamily="2" charset="0"/>
            </a:endParaRPr>
          </a:p>
        </p:txBody>
      </p:sp>
      <p:pic>
        <p:nvPicPr>
          <p:cNvPr id="9" name="Graphic 1">
            <a:extLst>
              <a:ext uri="{FF2B5EF4-FFF2-40B4-BE49-F238E27FC236}">
                <a16:creationId xmlns:a16="http://schemas.microsoft.com/office/drawing/2014/main" id="{AA71C8DC-1303-4DCC-1361-95E1F7C047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2224815"/>
            <a:ext cx="5932805" cy="3688080"/>
          </a:xfrm>
          <a:prstGeom prst="rect">
            <a:avLst/>
          </a:prstGeom>
        </p:spPr>
      </p:pic>
    </p:spTree>
    <p:extLst>
      <p:ext uri="{BB962C8B-B14F-4D97-AF65-F5344CB8AC3E}">
        <p14:creationId xmlns:p14="http://schemas.microsoft.com/office/powerpoint/2010/main" val="3600672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0423-B3D1-2897-3BCA-CF9F3C6E3553}"/>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69DCB0B2-3F0A-0515-3EE4-850A749A0FFF}"/>
              </a:ext>
            </a:extLst>
          </p:cNvPr>
          <p:cNvSpPr>
            <a:spLocks noGrp="1"/>
          </p:cNvSpPr>
          <p:nvPr>
            <p:ph type="title"/>
          </p:nvPr>
        </p:nvSpPr>
        <p:spPr>
          <a:xfrm>
            <a:off x="585899" y="1447791"/>
            <a:ext cx="4322530" cy="415926"/>
          </a:xfrm>
        </p:spPr>
        <p:txBody>
          <a:bodyPr/>
          <a:lstStyle/>
          <a:p>
            <a:r>
              <a:rPr lang="en-GB" dirty="0">
                <a:solidFill>
                  <a:schemeClr val="bg2">
                    <a:lumMod val="10000"/>
                  </a:schemeClr>
                </a:solidFill>
              </a:rPr>
              <a:t>Scope and Limitations</a:t>
            </a:r>
          </a:p>
        </p:txBody>
      </p:sp>
      <p:sp>
        <p:nvSpPr>
          <p:cNvPr id="3" name="Text Placeholder 5">
            <a:extLst>
              <a:ext uri="{FF2B5EF4-FFF2-40B4-BE49-F238E27FC236}">
                <a16:creationId xmlns:a16="http://schemas.microsoft.com/office/drawing/2014/main" id="{9706FCF1-4B5F-1A9D-CA7C-6D2AFE33A365}"/>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bg2">
                    <a:lumMod val="10000"/>
                  </a:schemeClr>
                </a:solidFill>
              </a:rPr>
              <a:t>Machine Learning Methods in Network Attacks Detection</a:t>
            </a:r>
          </a:p>
          <a:p>
            <a:r>
              <a:rPr lang="en-GB">
                <a:solidFill>
                  <a:schemeClr val="bg2">
                    <a:lumMod val="10000"/>
                  </a:schemeClr>
                </a:solidFill>
              </a:rPr>
              <a:t>Danila Zhukov, Moscow 2026</a:t>
            </a:r>
            <a:endParaRPr lang="en-RU" dirty="0">
              <a:solidFill>
                <a:schemeClr val="bg2">
                  <a:lumMod val="10000"/>
                </a:schemeClr>
              </a:solidFill>
            </a:endParaRPr>
          </a:p>
        </p:txBody>
      </p:sp>
      <p:sp>
        <p:nvSpPr>
          <p:cNvPr id="4" name="TextBox 3">
            <a:extLst>
              <a:ext uri="{FF2B5EF4-FFF2-40B4-BE49-F238E27FC236}">
                <a16:creationId xmlns:a16="http://schemas.microsoft.com/office/drawing/2014/main" id="{CE5811C3-8862-6D1C-BAD4-6A03A5B49FB5}"/>
              </a:ext>
            </a:extLst>
          </p:cNvPr>
          <p:cNvSpPr txBox="1"/>
          <p:nvPr/>
        </p:nvSpPr>
        <p:spPr>
          <a:xfrm>
            <a:off x="1283647" y="1939180"/>
            <a:ext cx="10117869" cy="830997"/>
          </a:xfrm>
          <a:prstGeom prst="rect">
            <a:avLst/>
          </a:prstGeom>
          <a:noFill/>
        </p:spPr>
        <p:txBody>
          <a:bodyPr wrap="square" rtlCol="0">
            <a:spAutoFit/>
          </a:bodyPr>
          <a:lstStyle/>
          <a:p>
            <a:pPr algn="l"/>
            <a:r>
              <a:rPr lang="en-RU" sz="1200" b="1" dirty="0">
                <a:solidFill>
                  <a:schemeClr val="bg2">
                    <a:lumMod val="10000"/>
                  </a:schemeClr>
                </a:solidFill>
                <a:latin typeface="HSE Sans" panose="02000000000000000000" pitchFamily="2" charset="0"/>
              </a:rPr>
              <a:t>Controlled Lab Testbed, not full production tests</a:t>
            </a:r>
          </a:p>
          <a:p>
            <a:pPr algn="l"/>
            <a:endParaRPr lang="en-RU" sz="1200" dirty="0">
              <a:solidFill>
                <a:schemeClr val="bg2">
                  <a:lumMod val="10000"/>
                </a:schemeClr>
              </a:solidFill>
              <a:latin typeface="HSE Sans" panose="02000000000000000000" pitchFamily="2" charset="0"/>
            </a:endParaRPr>
          </a:p>
          <a:p>
            <a:r>
              <a:rPr lang="en-GB" sz="1200" dirty="0">
                <a:solidFill>
                  <a:schemeClr val="bg2">
                    <a:lumMod val="10000"/>
                  </a:schemeClr>
                </a:solidFill>
                <a:latin typeface="HSE Sans" panose="02000000000000000000" pitchFamily="2" charset="0"/>
              </a:rPr>
              <a:t>All live tests run in an isolated VM lab on a single sensor with a SPAN port. Production validation on a real enterprise network is left as future work.</a:t>
            </a:r>
          </a:p>
          <a:p>
            <a:pPr algn="l"/>
            <a:endParaRPr lang="en-RU" sz="1200" dirty="0">
              <a:solidFill>
                <a:schemeClr val="bg2">
                  <a:lumMod val="10000"/>
                </a:schemeClr>
              </a:solidFill>
              <a:latin typeface="HSE Sans" panose="02000000000000000000" pitchFamily="2" charset="0"/>
            </a:endParaRPr>
          </a:p>
        </p:txBody>
      </p:sp>
      <p:sp>
        <p:nvSpPr>
          <p:cNvPr id="5" name="TextBox 4">
            <a:extLst>
              <a:ext uri="{FF2B5EF4-FFF2-40B4-BE49-F238E27FC236}">
                <a16:creationId xmlns:a16="http://schemas.microsoft.com/office/drawing/2014/main" id="{89A09411-7605-6229-B54C-49047CA1A843}"/>
              </a:ext>
            </a:extLst>
          </p:cNvPr>
          <p:cNvSpPr txBox="1"/>
          <p:nvPr/>
        </p:nvSpPr>
        <p:spPr>
          <a:xfrm>
            <a:off x="1283647" y="2791667"/>
            <a:ext cx="10117869" cy="1015663"/>
          </a:xfrm>
          <a:prstGeom prst="rect">
            <a:avLst/>
          </a:prstGeom>
          <a:noFill/>
        </p:spPr>
        <p:txBody>
          <a:bodyPr wrap="square" rtlCol="0">
            <a:spAutoFit/>
          </a:bodyPr>
          <a:lstStyle/>
          <a:p>
            <a:pPr algn="l"/>
            <a:r>
              <a:rPr lang="en-GB" sz="1200" b="1" dirty="0">
                <a:solidFill>
                  <a:schemeClr val="bg2">
                    <a:lumMod val="10000"/>
                  </a:schemeClr>
                </a:solidFill>
                <a:latin typeface="HSE Sans" panose="02000000000000000000" pitchFamily="2" charset="0"/>
              </a:rPr>
              <a:t>Slow-rate attacks remain a blind spot for the classifier</a:t>
            </a:r>
          </a:p>
          <a:p>
            <a:pPr algn="l"/>
            <a:endParaRPr lang="en-RU" sz="1200" dirty="0">
              <a:solidFill>
                <a:schemeClr val="bg2">
                  <a:lumMod val="10000"/>
                </a:schemeClr>
              </a:solidFill>
              <a:latin typeface="HSE Sans" panose="02000000000000000000" pitchFamily="2" charset="0"/>
            </a:endParaRPr>
          </a:p>
          <a:p>
            <a:r>
              <a:rPr lang="en-GB" sz="1200" dirty="0" err="1">
                <a:solidFill>
                  <a:schemeClr val="bg2">
                    <a:lumMod val="10000"/>
                  </a:schemeClr>
                </a:solidFill>
                <a:latin typeface="HSE Sans" panose="02000000000000000000" pitchFamily="2" charset="0"/>
              </a:rPr>
              <a:t>Slowloris</a:t>
            </a:r>
            <a:r>
              <a:rPr lang="en-GB" sz="1200" dirty="0">
                <a:solidFill>
                  <a:schemeClr val="bg2">
                    <a:lumMod val="10000"/>
                  </a:schemeClr>
                </a:solidFill>
                <a:latin typeface="HSE Sans" panose="02000000000000000000" pitchFamily="2" charset="0"/>
              </a:rPr>
              <a:t>, slow-read variants and very low-rate brute force still rely on the rule engine, not on the ML model. The rule engine catches the cases we tested, but is not a general solution.</a:t>
            </a:r>
          </a:p>
          <a:p>
            <a:pPr algn="l"/>
            <a:endParaRPr lang="en-RU" sz="1200" dirty="0">
              <a:solidFill>
                <a:schemeClr val="bg2">
                  <a:lumMod val="10000"/>
                </a:schemeClr>
              </a:solidFill>
              <a:latin typeface="HSE Sans" panose="02000000000000000000" pitchFamily="2" charset="0"/>
            </a:endParaRPr>
          </a:p>
        </p:txBody>
      </p:sp>
      <p:sp>
        <p:nvSpPr>
          <p:cNvPr id="6" name="TextBox 5">
            <a:extLst>
              <a:ext uri="{FF2B5EF4-FFF2-40B4-BE49-F238E27FC236}">
                <a16:creationId xmlns:a16="http://schemas.microsoft.com/office/drawing/2014/main" id="{5D39A1F5-A81C-A372-31BC-C7FCCCF0B789}"/>
              </a:ext>
            </a:extLst>
          </p:cNvPr>
          <p:cNvSpPr txBox="1"/>
          <p:nvPr/>
        </p:nvSpPr>
        <p:spPr>
          <a:xfrm>
            <a:off x="1283647" y="3807330"/>
            <a:ext cx="10117869" cy="1015663"/>
          </a:xfrm>
          <a:prstGeom prst="rect">
            <a:avLst/>
          </a:prstGeom>
          <a:noFill/>
        </p:spPr>
        <p:txBody>
          <a:bodyPr wrap="square" rtlCol="0">
            <a:spAutoFit/>
          </a:bodyPr>
          <a:lstStyle/>
          <a:p>
            <a:pPr algn="l"/>
            <a:r>
              <a:rPr lang="en-GB" sz="1200" b="1" dirty="0">
                <a:solidFill>
                  <a:schemeClr val="bg2">
                    <a:lumMod val="10000"/>
                  </a:schemeClr>
                </a:solidFill>
                <a:latin typeface="HSE Sans" panose="02000000000000000000" pitchFamily="2" charset="0"/>
              </a:rPr>
              <a:t>Per-day temporal window reset; no multi-day normalisation</a:t>
            </a:r>
          </a:p>
          <a:p>
            <a:pPr algn="l"/>
            <a:endParaRPr lang="en-RU" sz="1200" dirty="0">
              <a:solidFill>
                <a:schemeClr val="bg2">
                  <a:lumMod val="10000"/>
                </a:schemeClr>
              </a:solidFill>
              <a:latin typeface="HSE Sans" panose="02000000000000000000" pitchFamily="2" charset="0"/>
            </a:endParaRPr>
          </a:p>
          <a:p>
            <a:r>
              <a:rPr lang="en-GB" sz="1200" dirty="0">
                <a:solidFill>
                  <a:schemeClr val="bg2">
                    <a:lumMod val="10000"/>
                  </a:schemeClr>
                </a:solidFill>
                <a:latin typeface="HSE Sans" panose="02000000000000000000" pitchFamily="2" charset="0"/>
              </a:rPr>
              <a:t>Temporal features are computed on per-day </a:t>
            </a:r>
            <a:r>
              <a:rPr lang="en-GB" sz="1200" dirty="0" err="1">
                <a:solidFill>
                  <a:schemeClr val="bg2">
                    <a:lumMod val="10000"/>
                  </a:schemeClr>
                </a:solidFill>
                <a:latin typeface="HSE Sans" panose="02000000000000000000" pitchFamily="2" charset="0"/>
              </a:rPr>
              <a:t>labelled.csv</a:t>
            </a:r>
            <a:r>
              <a:rPr lang="en-GB" sz="1200" dirty="0">
                <a:solidFill>
                  <a:schemeClr val="bg2">
                    <a:lumMod val="10000"/>
                  </a:schemeClr>
                </a:solidFill>
                <a:latin typeface="HSE Sans" panose="02000000000000000000" pitchFamily="2" charset="0"/>
              </a:rPr>
              <a:t> files in chronological order and the sliding-window state is reset between days. Multi-day temporal normalisation or per-host baselines may further improve recall on rare classes such as Bot.</a:t>
            </a:r>
          </a:p>
          <a:p>
            <a:pPr algn="l"/>
            <a:endParaRPr lang="en-RU" sz="1200" dirty="0">
              <a:solidFill>
                <a:schemeClr val="bg2">
                  <a:lumMod val="10000"/>
                </a:schemeClr>
              </a:solidFill>
              <a:latin typeface="HSE Sans" panose="02000000000000000000" pitchFamily="2" charset="0"/>
            </a:endParaRPr>
          </a:p>
        </p:txBody>
      </p:sp>
      <p:sp>
        <p:nvSpPr>
          <p:cNvPr id="10" name="TextBox 9">
            <a:extLst>
              <a:ext uri="{FF2B5EF4-FFF2-40B4-BE49-F238E27FC236}">
                <a16:creationId xmlns:a16="http://schemas.microsoft.com/office/drawing/2014/main" id="{C4EC508F-C7D0-A5CF-9746-D26B6B9D0805}"/>
              </a:ext>
            </a:extLst>
          </p:cNvPr>
          <p:cNvSpPr txBox="1"/>
          <p:nvPr/>
        </p:nvSpPr>
        <p:spPr>
          <a:xfrm>
            <a:off x="1283646" y="4822993"/>
            <a:ext cx="10117869" cy="823302"/>
          </a:xfrm>
          <a:prstGeom prst="rect">
            <a:avLst/>
          </a:prstGeom>
          <a:noFill/>
        </p:spPr>
        <p:txBody>
          <a:bodyPr wrap="square" rtlCol="0">
            <a:spAutoFit/>
          </a:bodyPr>
          <a:lstStyle/>
          <a:p>
            <a:pPr algn="l"/>
            <a:r>
              <a:rPr lang="en-GB" sz="1200" b="1" dirty="0">
                <a:solidFill>
                  <a:schemeClr val="bg2">
                    <a:lumMod val="10000"/>
                  </a:schemeClr>
                </a:solidFill>
                <a:latin typeface="HSE Sans" panose="02000000000000000000" pitchFamily="2" charset="0"/>
              </a:rPr>
              <a:t>No encrypted-attack coverage</a:t>
            </a:r>
          </a:p>
          <a:p>
            <a:pPr algn="l"/>
            <a:endParaRPr lang="en-RU" sz="1200" dirty="0">
              <a:solidFill>
                <a:schemeClr val="bg2">
                  <a:lumMod val="10000"/>
                </a:schemeClr>
              </a:solidFill>
              <a:latin typeface="HSE Sans" panose="02000000000000000000" pitchFamily="2" charset="0"/>
            </a:endParaRPr>
          </a:p>
          <a:p>
            <a:r>
              <a:rPr lang="en-GB" sz="1200" dirty="0">
                <a:solidFill>
                  <a:schemeClr val="bg2">
                    <a:lumMod val="10000"/>
                  </a:schemeClr>
                </a:solidFill>
                <a:latin typeface="HSE Sans" panose="02000000000000000000" pitchFamily="2" charset="0"/>
              </a:rPr>
              <a:t>Attacks that hide in TLS payload (data exfiltration, encrypted C2) are out of scope. Flow-level metadata alone is insufficient for those scenarios.</a:t>
            </a:r>
          </a:p>
          <a:p>
            <a:pPr algn="l"/>
            <a:endParaRPr lang="en-RU" sz="1200" dirty="0">
              <a:solidFill>
                <a:schemeClr val="bg2">
                  <a:lumMod val="10000"/>
                </a:schemeClr>
              </a:solidFill>
              <a:latin typeface="HSE Sans" panose="02000000000000000000" pitchFamily="2" charset="0"/>
            </a:endParaRPr>
          </a:p>
        </p:txBody>
      </p:sp>
      <p:sp>
        <p:nvSpPr>
          <p:cNvPr id="11" name="TextBox 10">
            <a:extLst>
              <a:ext uri="{FF2B5EF4-FFF2-40B4-BE49-F238E27FC236}">
                <a16:creationId xmlns:a16="http://schemas.microsoft.com/office/drawing/2014/main" id="{AD09C06C-CFFF-08FF-5FE4-079D8CCEC429}"/>
              </a:ext>
            </a:extLst>
          </p:cNvPr>
          <p:cNvSpPr txBox="1"/>
          <p:nvPr/>
        </p:nvSpPr>
        <p:spPr>
          <a:xfrm>
            <a:off x="1283647" y="5646295"/>
            <a:ext cx="10117869" cy="1015663"/>
          </a:xfrm>
          <a:prstGeom prst="rect">
            <a:avLst/>
          </a:prstGeom>
          <a:noFill/>
        </p:spPr>
        <p:txBody>
          <a:bodyPr wrap="square" rtlCol="0">
            <a:spAutoFit/>
          </a:bodyPr>
          <a:lstStyle/>
          <a:p>
            <a:pPr algn="l"/>
            <a:r>
              <a:rPr lang="en-GB" sz="1200" b="1" dirty="0">
                <a:solidFill>
                  <a:schemeClr val="bg2">
                    <a:lumMod val="10000"/>
                  </a:schemeClr>
                </a:solidFill>
                <a:latin typeface="HSE Sans" panose="02000000000000000000" pitchFamily="2" charset="0"/>
              </a:rPr>
              <a:t>No comparison against a tuned signature IDS</a:t>
            </a:r>
          </a:p>
          <a:p>
            <a:pPr algn="l"/>
            <a:endParaRPr lang="en-RU" sz="1200" dirty="0">
              <a:solidFill>
                <a:schemeClr val="bg2">
                  <a:lumMod val="10000"/>
                </a:schemeClr>
              </a:solidFill>
              <a:latin typeface="HSE Sans" panose="02000000000000000000" pitchFamily="2" charset="0"/>
            </a:endParaRPr>
          </a:p>
          <a:p>
            <a:r>
              <a:rPr lang="en-GB" sz="1200" dirty="0">
                <a:solidFill>
                  <a:schemeClr val="bg2">
                    <a:lumMod val="10000"/>
                  </a:schemeClr>
                </a:solidFill>
                <a:latin typeface="HSE Sans" panose="02000000000000000000" pitchFamily="2" charset="0"/>
              </a:rPr>
              <a:t>We do not benchmark against Snort / Suricata with the same workload. The contribution is the offline-vs-live gap demonstration, not a head-to-head with signature systems.</a:t>
            </a:r>
          </a:p>
          <a:p>
            <a:pPr algn="l"/>
            <a:endParaRPr lang="en-RU" sz="1200" dirty="0">
              <a:solidFill>
                <a:schemeClr val="bg2">
                  <a:lumMod val="10000"/>
                </a:schemeClr>
              </a:solidFill>
              <a:latin typeface="HSE Sans" panose="02000000000000000000" pitchFamily="2" charset="0"/>
            </a:endParaRPr>
          </a:p>
        </p:txBody>
      </p:sp>
      <p:sp>
        <p:nvSpPr>
          <p:cNvPr id="12" name="TextBox 11">
            <a:extLst>
              <a:ext uri="{FF2B5EF4-FFF2-40B4-BE49-F238E27FC236}">
                <a16:creationId xmlns:a16="http://schemas.microsoft.com/office/drawing/2014/main" id="{DAAEB460-A86A-E6AD-FF6B-96294F4D57F8}"/>
              </a:ext>
            </a:extLst>
          </p:cNvPr>
          <p:cNvSpPr txBox="1"/>
          <p:nvPr/>
        </p:nvSpPr>
        <p:spPr>
          <a:xfrm>
            <a:off x="512613" y="1939180"/>
            <a:ext cx="557789" cy="646331"/>
          </a:xfrm>
          <a:prstGeom prst="rect">
            <a:avLst/>
          </a:prstGeom>
          <a:noFill/>
        </p:spPr>
        <p:txBody>
          <a:bodyPr wrap="square" rtlCol="0">
            <a:spAutoFit/>
          </a:bodyPr>
          <a:lstStyle/>
          <a:p>
            <a:pPr algn="l"/>
            <a:r>
              <a:rPr lang="en-RU" sz="3600" b="1" dirty="0">
                <a:solidFill>
                  <a:schemeClr val="bg2">
                    <a:lumMod val="10000"/>
                  </a:schemeClr>
                </a:solidFill>
                <a:latin typeface="HSE Sans" panose="02000000000000000000" pitchFamily="2" charset="0"/>
              </a:rPr>
              <a:t>1</a:t>
            </a:r>
          </a:p>
        </p:txBody>
      </p:sp>
      <p:sp>
        <p:nvSpPr>
          <p:cNvPr id="13" name="TextBox 12">
            <a:extLst>
              <a:ext uri="{FF2B5EF4-FFF2-40B4-BE49-F238E27FC236}">
                <a16:creationId xmlns:a16="http://schemas.microsoft.com/office/drawing/2014/main" id="{47EA760E-34AE-810F-D2C4-B50566E12060}"/>
              </a:ext>
            </a:extLst>
          </p:cNvPr>
          <p:cNvSpPr txBox="1"/>
          <p:nvPr/>
        </p:nvSpPr>
        <p:spPr>
          <a:xfrm>
            <a:off x="512612" y="2766060"/>
            <a:ext cx="557789" cy="646331"/>
          </a:xfrm>
          <a:prstGeom prst="rect">
            <a:avLst/>
          </a:prstGeom>
          <a:noFill/>
        </p:spPr>
        <p:txBody>
          <a:bodyPr wrap="square" rtlCol="0">
            <a:spAutoFit/>
          </a:bodyPr>
          <a:lstStyle/>
          <a:p>
            <a:pPr algn="l"/>
            <a:r>
              <a:rPr lang="en-RU" sz="3600" b="1" dirty="0">
                <a:solidFill>
                  <a:schemeClr val="bg2">
                    <a:lumMod val="10000"/>
                  </a:schemeClr>
                </a:solidFill>
                <a:latin typeface="HSE Sans" panose="02000000000000000000" pitchFamily="2" charset="0"/>
              </a:rPr>
              <a:t>2</a:t>
            </a:r>
          </a:p>
        </p:txBody>
      </p:sp>
      <p:sp>
        <p:nvSpPr>
          <p:cNvPr id="15" name="TextBox 14">
            <a:extLst>
              <a:ext uri="{FF2B5EF4-FFF2-40B4-BE49-F238E27FC236}">
                <a16:creationId xmlns:a16="http://schemas.microsoft.com/office/drawing/2014/main" id="{AAB2282A-5E89-E5C8-6D75-AEC92EAA95CF}"/>
              </a:ext>
            </a:extLst>
          </p:cNvPr>
          <p:cNvSpPr txBox="1"/>
          <p:nvPr/>
        </p:nvSpPr>
        <p:spPr>
          <a:xfrm>
            <a:off x="512611" y="3747976"/>
            <a:ext cx="557789" cy="646331"/>
          </a:xfrm>
          <a:prstGeom prst="rect">
            <a:avLst/>
          </a:prstGeom>
          <a:noFill/>
        </p:spPr>
        <p:txBody>
          <a:bodyPr wrap="square" rtlCol="0">
            <a:spAutoFit/>
          </a:bodyPr>
          <a:lstStyle/>
          <a:p>
            <a:pPr algn="l"/>
            <a:r>
              <a:rPr lang="en-RU" sz="3600" b="1" dirty="0">
                <a:solidFill>
                  <a:schemeClr val="bg2">
                    <a:lumMod val="10000"/>
                  </a:schemeClr>
                </a:solidFill>
                <a:latin typeface="HSE Sans" panose="02000000000000000000" pitchFamily="2" charset="0"/>
              </a:rPr>
              <a:t>3</a:t>
            </a:r>
          </a:p>
        </p:txBody>
      </p:sp>
      <p:sp>
        <p:nvSpPr>
          <p:cNvPr id="16" name="TextBox 15">
            <a:extLst>
              <a:ext uri="{FF2B5EF4-FFF2-40B4-BE49-F238E27FC236}">
                <a16:creationId xmlns:a16="http://schemas.microsoft.com/office/drawing/2014/main" id="{691BC181-6645-BECD-7842-20FA2811D8AD}"/>
              </a:ext>
            </a:extLst>
          </p:cNvPr>
          <p:cNvSpPr txBox="1"/>
          <p:nvPr/>
        </p:nvSpPr>
        <p:spPr>
          <a:xfrm>
            <a:off x="512612" y="4729893"/>
            <a:ext cx="557789" cy="646331"/>
          </a:xfrm>
          <a:prstGeom prst="rect">
            <a:avLst/>
          </a:prstGeom>
          <a:noFill/>
        </p:spPr>
        <p:txBody>
          <a:bodyPr wrap="square" rtlCol="0">
            <a:spAutoFit/>
          </a:bodyPr>
          <a:lstStyle/>
          <a:p>
            <a:pPr algn="l"/>
            <a:r>
              <a:rPr lang="en-RU" sz="3600" b="1" dirty="0">
                <a:solidFill>
                  <a:schemeClr val="bg2">
                    <a:lumMod val="10000"/>
                  </a:schemeClr>
                </a:solidFill>
                <a:latin typeface="HSE Sans" panose="02000000000000000000" pitchFamily="2" charset="0"/>
              </a:rPr>
              <a:t>4</a:t>
            </a:r>
          </a:p>
        </p:txBody>
      </p:sp>
      <p:sp>
        <p:nvSpPr>
          <p:cNvPr id="17" name="TextBox 16">
            <a:extLst>
              <a:ext uri="{FF2B5EF4-FFF2-40B4-BE49-F238E27FC236}">
                <a16:creationId xmlns:a16="http://schemas.microsoft.com/office/drawing/2014/main" id="{A2990439-1049-EC01-00C8-651F59F903BF}"/>
              </a:ext>
            </a:extLst>
          </p:cNvPr>
          <p:cNvSpPr txBox="1"/>
          <p:nvPr/>
        </p:nvSpPr>
        <p:spPr>
          <a:xfrm>
            <a:off x="512610" y="5711809"/>
            <a:ext cx="557789" cy="646331"/>
          </a:xfrm>
          <a:prstGeom prst="rect">
            <a:avLst/>
          </a:prstGeom>
          <a:noFill/>
        </p:spPr>
        <p:txBody>
          <a:bodyPr wrap="square" rtlCol="0">
            <a:spAutoFit/>
          </a:bodyPr>
          <a:lstStyle/>
          <a:p>
            <a:pPr algn="l"/>
            <a:r>
              <a:rPr lang="en-RU" sz="3600" b="1" dirty="0">
                <a:solidFill>
                  <a:schemeClr val="bg2">
                    <a:lumMod val="10000"/>
                  </a:schemeClr>
                </a:solidFill>
                <a:latin typeface="HSE Sans" panose="02000000000000000000" pitchFamily="2" charset="0"/>
              </a:rPr>
              <a:t>5</a:t>
            </a:r>
          </a:p>
        </p:txBody>
      </p:sp>
      <p:sp>
        <p:nvSpPr>
          <p:cNvPr id="18" name="Rectangle 17">
            <a:extLst>
              <a:ext uri="{FF2B5EF4-FFF2-40B4-BE49-F238E27FC236}">
                <a16:creationId xmlns:a16="http://schemas.microsoft.com/office/drawing/2014/main" id="{7B9B7032-33F3-33B7-2807-9CB8E83A0817}"/>
              </a:ext>
            </a:extLst>
          </p:cNvPr>
          <p:cNvSpPr/>
          <p:nvPr/>
        </p:nvSpPr>
        <p:spPr>
          <a:xfrm>
            <a:off x="362798" y="1913954"/>
            <a:ext cx="86382" cy="6463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19" name="Rectangle 18">
            <a:extLst>
              <a:ext uri="{FF2B5EF4-FFF2-40B4-BE49-F238E27FC236}">
                <a16:creationId xmlns:a16="http://schemas.microsoft.com/office/drawing/2014/main" id="{3572C136-1126-BB34-1AC3-2F339A5C142F}"/>
              </a:ext>
            </a:extLst>
          </p:cNvPr>
          <p:cNvSpPr/>
          <p:nvPr/>
        </p:nvSpPr>
        <p:spPr>
          <a:xfrm>
            <a:off x="362798" y="2766059"/>
            <a:ext cx="86382" cy="646331"/>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0" name="Rectangle 19">
            <a:extLst>
              <a:ext uri="{FF2B5EF4-FFF2-40B4-BE49-F238E27FC236}">
                <a16:creationId xmlns:a16="http://schemas.microsoft.com/office/drawing/2014/main" id="{D730CB90-E720-38F8-98A7-799459EC27B1}"/>
              </a:ext>
            </a:extLst>
          </p:cNvPr>
          <p:cNvSpPr/>
          <p:nvPr/>
        </p:nvSpPr>
        <p:spPr>
          <a:xfrm>
            <a:off x="362797" y="3618164"/>
            <a:ext cx="86382" cy="776143"/>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1" name="Rectangle 20">
            <a:extLst>
              <a:ext uri="{FF2B5EF4-FFF2-40B4-BE49-F238E27FC236}">
                <a16:creationId xmlns:a16="http://schemas.microsoft.com/office/drawing/2014/main" id="{BA271044-9A72-D6A4-06CE-4C9545DFC79B}"/>
              </a:ext>
            </a:extLst>
          </p:cNvPr>
          <p:cNvSpPr/>
          <p:nvPr/>
        </p:nvSpPr>
        <p:spPr>
          <a:xfrm>
            <a:off x="364329" y="4600080"/>
            <a:ext cx="86382" cy="85210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
        <p:nvSpPr>
          <p:cNvPr id="22" name="Rectangle 21">
            <a:extLst>
              <a:ext uri="{FF2B5EF4-FFF2-40B4-BE49-F238E27FC236}">
                <a16:creationId xmlns:a16="http://schemas.microsoft.com/office/drawing/2014/main" id="{6BB85B29-CD55-8B5A-34BF-C3E83491EA8F}"/>
              </a:ext>
            </a:extLst>
          </p:cNvPr>
          <p:cNvSpPr/>
          <p:nvPr/>
        </p:nvSpPr>
        <p:spPr>
          <a:xfrm>
            <a:off x="364329" y="5657959"/>
            <a:ext cx="86382" cy="85210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SE Sans" panose="02000000000000000000" pitchFamily="2" charset="0"/>
            </a:endParaRPr>
          </a:p>
        </p:txBody>
      </p:sp>
    </p:spTree>
    <p:extLst>
      <p:ext uri="{BB962C8B-B14F-4D97-AF65-F5344CB8AC3E}">
        <p14:creationId xmlns:p14="http://schemas.microsoft.com/office/powerpoint/2010/main" val="3468751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21C1FF-C205-F612-EA84-4E58A8D1A148}"/>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BC1624FA-D15B-1BEB-8104-91893957A6BA}"/>
              </a:ext>
            </a:extLst>
          </p:cNvPr>
          <p:cNvSpPr>
            <a:spLocks noGrp="1"/>
          </p:cNvSpPr>
          <p:nvPr>
            <p:ph type="title"/>
          </p:nvPr>
        </p:nvSpPr>
        <p:spPr>
          <a:xfrm>
            <a:off x="585899" y="1447791"/>
            <a:ext cx="4322530" cy="415926"/>
          </a:xfrm>
        </p:spPr>
        <p:txBody>
          <a:bodyPr>
            <a:normAutofit fontScale="90000"/>
          </a:bodyPr>
          <a:lstStyle/>
          <a:p>
            <a:r>
              <a:rPr lang="en-GB" dirty="0">
                <a:solidFill>
                  <a:schemeClr val="bg2">
                    <a:lumMod val="10000"/>
                  </a:schemeClr>
                </a:solidFill>
              </a:rPr>
              <a:t>Scientific Contribution</a:t>
            </a:r>
            <a:br>
              <a:rPr lang="en-GB" dirty="0">
                <a:solidFill>
                  <a:schemeClr val="bg2">
                    <a:lumMod val="10000"/>
                  </a:schemeClr>
                </a:solidFill>
              </a:rPr>
            </a:br>
            <a:endParaRPr lang="en-GB" dirty="0">
              <a:solidFill>
                <a:schemeClr val="bg2">
                  <a:lumMod val="10000"/>
                </a:schemeClr>
              </a:solidFill>
            </a:endParaRPr>
          </a:p>
        </p:txBody>
      </p:sp>
      <p:sp>
        <p:nvSpPr>
          <p:cNvPr id="3" name="Text Placeholder 5">
            <a:extLst>
              <a:ext uri="{FF2B5EF4-FFF2-40B4-BE49-F238E27FC236}">
                <a16:creationId xmlns:a16="http://schemas.microsoft.com/office/drawing/2014/main" id="{F5182AAE-19A1-C598-E6C1-CD2286478F35}"/>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bg2">
                    <a:lumMod val="10000"/>
                  </a:schemeClr>
                </a:solidFill>
              </a:rPr>
              <a:t>Machine Learning Methods in Network Attacks Detection</a:t>
            </a:r>
          </a:p>
          <a:p>
            <a:r>
              <a:rPr lang="en-GB">
                <a:solidFill>
                  <a:schemeClr val="bg2">
                    <a:lumMod val="10000"/>
                  </a:schemeClr>
                </a:solidFill>
              </a:rPr>
              <a:t>Danila Zhukov, Moscow 2026</a:t>
            </a:r>
            <a:endParaRPr lang="en-RU" dirty="0">
              <a:solidFill>
                <a:schemeClr val="bg2">
                  <a:lumMod val="10000"/>
                </a:schemeClr>
              </a:solidFill>
            </a:endParaRPr>
          </a:p>
        </p:txBody>
      </p:sp>
    </p:spTree>
    <p:extLst>
      <p:ext uri="{BB962C8B-B14F-4D97-AF65-F5344CB8AC3E}">
        <p14:creationId xmlns:p14="http://schemas.microsoft.com/office/powerpoint/2010/main" val="2372913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75BA7-37B0-A35E-4182-7797BB1918A1}"/>
            </a:ext>
          </a:extLst>
        </p:cNvPr>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D2A5A0A4-208A-462D-0B0E-A495321E7768}"/>
              </a:ext>
            </a:extLst>
          </p:cNvPr>
          <p:cNvSpPr>
            <a:spLocks noGrp="1"/>
          </p:cNvSpPr>
          <p:nvPr>
            <p:ph type="title"/>
          </p:nvPr>
        </p:nvSpPr>
        <p:spPr>
          <a:xfrm>
            <a:off x="585899" y="1447791"/>
            <a:ext cx="4322530" cy="415926"/>
          </a:xfrm>
        </p:spPr>
        <p:txBody>
          <a:bodyPr>
            <a:normAutofit fontScale="90000"/>
          </a:bodyPr>
          <a:lstStyle/>
          <a:p>
            <a:r>
              <a:rPr lang="en-GB" dirty="0">
                <a:solidFill>
                  <a:schemeClr val="bg2">
                    <a:lumMod val="10000"/>
                  </a:schemeClr>
                </a:solidFill>
              </a:rPr>
              <a:t>Conclusion and Future Work</a:t>
            </a:r>
            <a:br>
              <a:rPr lang="en-GB" dirty="0">
                <a:solidFill>
                  <a:schemeClr val="bg2">
                    <a:lumMod val="10000"/>
                  </a:schemeClr>
                </a:solidFill>
              </a:rPr>
            </a:br>
            <a:endParaRPr lang="en-GB" dirty="0">
              <a:solidFill>
                <a:schemeClr val="bg2">
                  <a:lumMod val="10000"/>
                </a:schemeClr>
              </a:solidFill>
            </a:endParaRPr>
          </a:p>
        </p:txBody>
      </p:sp>
      <p:sp>
        <p:nvSpPr>
          <p:cNvPr id="3" name="Text Placeholder 5">
            <a:extLst>
              <a:ext uri="{FF2B5EF4-FFF2-40B4-BE49-F238E27FC236}">
                <a16:creationId xmlns:a16="http://schemas.microsoft.com/office/drawing/2014/main" id="{9E50161F-4AB0-1139-BF0F-ADCE550CD7AA}"/>
              </a:ext>
            </a:extLst>
          </p:cNvPr>
          <p:cNvSpPr txBox="1">
            <a:spLocks/>
          </p:cNvSpPr>
          <p:nvPr/>
        </p:nvSpPr>
        <p:spPr>
          <a:xfrm>
            <a:off x="1143688" y="540904"/>
            <a:ext cx="586154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chemeClr val="bg2">
                    <a:lumMod val="10000"/>
                  </a:schemeClr>
                </a:solidFill>
              </a:rPr>
              <a:t>Machine Learning Methods in Network Attacks Detection</a:t>
            </a:r>
          </a:p>
          <a:p>
            <a:r>
              <a:rPr lang="en-GB">
                <a:solidFill>
                  <a:schemeClr val="bg2">
                    <a:lumMod val="10000"/>
                  </a:schemeClr>
                </a:solidFill>
              </a:rPr>
              <a:t>Danila Zhukov, Moscow 2026</a:t>
            </a:r>
            <a:endParaRPr lang="en-RU" dirty="0">
              <a:solidFill>
                <a:schemeClr val="bg2">
                  <a:lumMod val="10000"/>
                </a:schemeClr>
              </a:solidFill>
            </a:endParaRPr>
          </a:p>
        </p:txBody>
      </p:sp>
      <p:sp>
        <p:nvSpPr>
          <p:cNvPr id="2" name="TextBox 1">
            <a:extLst>
              <a:ext uri="{FF2B5EF4-FFF2-40B4-BE49-F238E27FC236}">
                <a16:creationId xmlns:a16="http://schemas.microsoft.com/office/drawing/2014/main" id="{3A63540E-B5F4-A6EA-F97A-470549BE9261}"/>
              </a:ext>
            </a:extLst>
          </p:cNvPr>
          <p:cNvSpPr txBox="1"/>
          <p:nvPr/>
        </p:nvSpPr>
        <p:spPr>
          <a:xfrm>
            <a:off x="585899" y="2165684"/>
            <a:ext cx="4900501" cy="1785104"/>
          </a:xfrm>
          <a:prstGeom prst="rect">
            <a:avLst/>
          </a:prstGeom>
          <a:noFill/>
        </p:spPr>
        <p:txBody>
          <a:bodyPr wrap="square" rtlCol="0">
            <a:spAutoFit/>
          </a:bodyPr>
          <a:lstStyle/>
          <a:p>
            <a:pPr algn="l"/>
            <a:r>
              <a:rPr lang="en-RU" sz="1000" dirty="0">
                <a:solidFill>
                  <a:schemeClr val="bg2">
                    <a:lumMod val="10000"/>
                  </a:schemeClr>
                </a:solidFill>
                <a:latin typeface="HSE Sans" panose="02000000000000000000" pitchFamily="2" charset="0"/>
              </a:rPr>
              <a:t>Delivered</a:t>
            </a:r>
          </a:p>
          <a:p>
            <a:pPr algn="l"/>
            <a:endParaRPr lang="en-RU" sz="1000" dirty="0">
              <a:solidFill>
                <a:schemeClr val="bg2">
                  <a:lumMod val="10000"/>
                </a:schemeClr>
              </a:solidFill>
              <a:latin typeface="HSE Sans" panose="02000000000000000000" pitchFamily="2" charset="0"/>
            </a:endParaRPr>
          </a:p>
          <a:p>
            <a:pPr algn="l"/>
            <a:r>
              <a:rPr lang="en-GB" sz="1000" dirty="0">
                <a:solidFill>
                  <a:schemeClr val="bg2">
                    <a:lumMod val="10000"/>
                  </a:schemeClr>
                </a:solidFill>
                <a:latin typeface="HSE Sans" panose="02000000000000000000" pitchFamily="2" charset="0"/>
              </a:rPr>
              <a:t>—  Re-labelled CICIDS2018 dataset through Zeek (30.8 M flows, 9 classes: BENIGN + 8 attacks).</a:t>
            </a:r>
          </a:p>
          <a:p>
            <a:pPr algn="l"/>
            <a:r>
              <a:rPr lang="en-GB" sz="1000" dirty="0">
                <a:solidFill>
                  <a:schemeClr val="bg2">
                    <a:lumMod val="10000"/>
                  </a:schemeClr>
                </a:solidFill>
                <a:latin typeface="HSE Sans" panose="02000000000000000000" pitchFamily="2" charset="0"/>
              </a:rPr>
              <a:t>—  12 baseline + 5 temporal </a:t>
            </a:r>
            <a:r>
              <a:rPr lang="en-GB" sz="1000" dirty="0" err="1">
                <a:solidFill>
                  <a:schemeClr val="bg2">
                    <a:lumMod val="10000"/>
                  </a:schemeClr>
                </a:solidFill>
                <a:latin typeface="HSE Sans" panose="02000000000000000000" pitchFamily="2" charset="0"/>
              </a:rPr>
              <a:t>conn.log</a:t>
            </a:r>
            <a:r>
              <a:rPr lang="en-GB" sz="1000" dirty="0">
                <a:solidFill>
                  <a:schemeClr val="bg2">
                    <a:lumMod val="10000"/>
                  </a:schemeClr>
                </a:solidFill>
                <a:latin typeface="HSE Sans" panose="02000000000000000000" pitchFamily="2" charset="0"/>
              </a:rPr>
              <a:t> features; </a:t>
            </a:r>
            <a:r>
              <a:rPr lang="en-GB" sz="1000" dirty="0" err="1">
                <a:solidFill>
                  <a:schemeClr val="bg2">
                    <a:lumMod val="10000"/>
                  </a:schemeClr>
                </a:solidFill>
                <a:latin typeface="HSE Sans" panose="02000000000000000000" pitchFamily="2" charset="0"/>
              </a:rPr>
              <a:t>XGBoost</a:t>
            </a:r>
            <a:r>
              <a:rPr lang="en-GB" sz="1000" dirty="0">
                <a:solidFill>
                  <a:schemeClr val="bg2">
                    <a:lumMod val="10000"/>
                  </a:schemeClr>
                </a:solidFill>
                <a:latin typeface="HSE Sans" panose="02000000000000000000" pitchFamily="2" charset="0"/>
              </a:rPr>
              <a:t> temporal weighted F1 = 0.9984, macro F1 = 0.9605 (+9.9 pp over baseline).</a:t>
            </a:r>
          </a:p>
          <a:p>
            <a:pPr algn="l"/>
            <a:r>
              <a:rPr lang="en-GB" sz="1000" dirty="0">
                <a:solidFill>
                  <a:schemeClr val="bg2">
                    <a:lumMod val="10000"/>
                  </a:schemeClr>
                </a:solidFill>
                <a:latin typeface="HSE Sans" panose="02000000000000000000" pitchFamily="2" charset="0"/>
              </a:rPr>
              <a:t>—  Two-layer hybrid detector: temporal </a:t>
            </a:r>
            <a:r>
              <a:rPr lang="en-GB" sz="1000" dirty="0" err="1">
                <a:solidFill>
                  <a:schemeClr val="bg2">
                    <a:lumMod val="10000"/>
                  </a:schemeClr>
                </a:solidFill>
                <a:latin typeface="HSE Sans" panose="02000000000000000000" pitchFamily="2" charset="0"/>
              </a:rPr>
              <a:t>XGBoost</a:t>
            </a:r>
            <a:r>
              <a:rPr lang="en-GB" sz="1000" dirty="0">
                <a:solidFill>
                  <a:schemeClr val="bg2">
                    <a:lumMod val="10000"/>
                  </a:schemeClr>
                </a:solidFill>
                <a:latin typeface="HSE Sans" panose="02000000000000000000" pitchFamily="2" charset="0"/>
              </a:rPr>
              <a:t> + rule engine.</a:t>
            </a:r>
          </a:p>
          <a:p>
            <a:pPr algn="l"/>
            <a:r>
              <a:rPr lang="en-GB" sz="1000" dirty="0">
                <a:solidFill>
                  <a:schemeClr val="bg2">
                    <a:lumMod val="10000"/>
                  </a:schemeClr>
                </a:solidFill>
                <a:latin typeface="HSE Sans" panose="02000000000000000000" pitchFamily="2" charset="0"/>
              </a:rPr>
              <a:t>—  Containerized real-time pipeline: Zeek + Kafka + Spark, 24–30 k flows/s.</a:t>
            </a:r>
          </a:p>
          <a:p>
            <a:pPr algn="l"/>
            <a:r>
              <a:rPr lang="en-GB" sz="1000" dirty="0">
                <a:solidFill>
                  <a:schemeClr val="bg2">
                    <a:lumMod val="10000"/>
                  </a:schemeClr>
                </a:solidFill>
                <a:latin typeface="HSE Sans" panose="02000000000000000000" pitchFamily="2" charset="0"/>
              </a:rPr>
              <a:t>—  Live lab evaluation: 7 / 7 attack tools detected vs 1 / 7 for the baseline.</a:t>
            </a:r>
          </a:p>
          <a:p>
            <a:pPr algn="l"/>
            <a:endParaRPr lang="en-RU" sz="1000" dirty="0">
              <a:solidFill>
                <a:schemeClr val="bg2">
                  <a:lumMod val="10000"/>
                </a:schemeClr>
              </a:solidFill>
              <a:latin typeface="HSE Sans" panose="02000000000000000000" pitchFamily="2" charset="0"/>
            </a:endParaRPr>
          </a:p>
          <a:p>
            <a:pPr algn="l"/>
            <a:endParaRPr lang="en-RU" sz="1000" dirty="0">
              <a:solidFill>
                <a:schemeClr val="bg2">
                  <a:lumMod val="10000"/>
                </a:schemeClr>
              </a:solidFill>
              <a:latin typeface="HSE Sans" panose="02000000000000000000" pitchFamily="2" charset="0"/>
            </a:endParaRPr>
          </a:p>
        </p:txBody>
      </p:sp>
      <p:sp>
        <p:nvSpPr>
          <p:cNvPr id="4" name="TextBox 3">
            <a:extLst>
              <a:ext uri="{FF2B5EF4-FFF2-40B4-BE49-F238E27FC236}">
                <a16:creationId xmlns:a16="http://schemas.microsoft.com/office/drawing/2014/main" id="{77FEA10B-2ECA-EC40-D3A0-814BB7B34FEE}"/>
              </a:ext>
            </a:extLst>
          </p:cNvPr>
          <p:cNvSpPr txBox="1"/>
          <p:nvPr/>
        </p:nvSpPr>
        <p:spPr>
          <a:xfrm>
            <a:off x="6096000" y="2165684"/>
            <a:ext cx="4900501" cy="1631216"/>
          </a:xfrm>
          <a:prstGeom prst="rect">
            <a:avLst/>
          </a:prstGeom>
          <a:noFill/>
        </p:spPr>
        <p:txBody>
          <a:bodyPr wrap="square" rtlCol="0">
            <a:spAutoFit/>
          </a:bodyPr>
          <a:lstStyle/>
          <a:p>
            <a:pPr algn="l"/>
            <a:r>
              <a:rPr lang="en-RU" sz="1000" dirty="0">
                <a:solidFill>
                  <a:schemeClr val="bg2">
                    <a:lumMod val="10000"/>
                  </a:schemeClr>
                </a:solidFill>
                <a:latin typeface="HSE Sans" panose="02000000000000000000" pitchFamily="2" charset="0"/>
              </a:rPr>
              <a:t>Open and Future Work</a:t>
            </a:r>
          </a:p>
          <a:p>
            <a:pPr algn="l"/>
            <a:endParaRPr lang="en-RU" sz="1000" dirty="0">
              <a:solidFill>
                <a:schemeClr val="bg2">
                  <a:lumMod val="10000"/>
                </a:schemeClr>
              </a:solidFill>
              <a:latin typeface="HSE Sans" panose="02000000000000000000" pitchFamily="2" charset="0"/>
            </a:endParaRPr>
          </a:p>
          <a:p>
            <a:pPr>
              <a:spcBef>
                <a:spcPts val="300"/>
              </a:spcBef>
              <a:spcAft>
                <a:spcPts val="300"/>
              </a:spcAft>
            </a:pPr>
            <a:r>
              <a:rPr lang="en-GB" sz="1000" b="1" dirty="0">
                <a:solidFill>
                  <a:schemeClr val="bg2">
                    <a:lumMod val="10000"/>
                  </a:schemeClr>
                </a:solidFill>
              </a:rPr>
              <a:t>—  </a:t>
            </a:r>
            <a:r>
              <a:rPr lang="en-GB" sz="1000" dirty="0">
                <a:solidFill>
                  <a:schemeClr val="bg2">
                    <a:lumMod val="10000"/>
                  </a:schemeClr>
                </a:solidFill>
              </a:rPr>
              <a:t>Multi-day temporal training; per-host normalization for rare classes.</a:t>
            </a:r>
          </a:p>
          <a:p>
            <a:pPr>
              <a:spcBef>
                <a:spcPts val="300"/>
              </a:spcBef>
              <a:spcAft>
                <a:spcPts val="300"/>
              </a:spcAft>
            </a:pPr>
            <a:r>
              <a:rPr lang="en-GB" sz="1000" b="1" dirty="0">
                <a:solidFill>
                  <a:schemeClr val="bg2">
                    <a:lumMod val="10000"/>
                  </a:schemeClr>
                </a:solidFill>
              </a:rPr>
              <a:t>—  </a:t>
            </a:r>
            <a:r>
              <a:rPr lang="en-GB" sz="1000" dirty="0">
                <a:solidFill>
                  <a:schemeClr val="bg2">
                    <a:lumMod val="10000"/>
                  </a:schemeClr>
                </a:solidFill>
              </a:rPr>
              <a:t>Coverage for application-layer attacks via </a:t>
            </a:r>
            <a:r>
              <a:rPr lang="en-GB" sz="1000" dirty="0" err="1">
                <a:solidFill>
                  <a:schemeClr val="bg2">
                    <a:lumMod val="10000"/>
                  </a:schemeClr>
                </a:solidFill>
              </a:rPr>
              <a:t>http.log</a:t>
            </a:r>
            <a:r>
              <a:rPr lang="en-GB" sz="1000" dirty="0">
                <a:solidFill>
                  <a:schemeClr val="bg2">
                    <a:lumMod val="10000"/>
                  </a:schemeClr>
                </a:solidFill>
              </a:rPr>
              <a:t> (Web / SQL / XSS).</a:t>
            </a:r>
          </a:p>
          <a:p>
            <a:pPr>
              <a:spcBef>
                <a:spcPts val="300"/>
              </a:spcBef>
              <a:spcAft>
                <a:spcPts val="300"/>
              </a:spcAft>
            </a:pPr>
            <a:r>
              <a:rPr lang="en-GB" sz="1000" b="1" dirty="0">
                <a:solidFill>
                  <a:schemeClr val="bg2">
                    <a:lumMod val="10000"/>
                  </a:schemeClr>
                </a:solidFill>
              </a:rPr>
              <a:t>—  </a:t>
            </a:r>
            <a:r>
              <a:rPr lang="en-GB" sz="1000" dirty="0">
                <a:solidFill>
                  <a:schemeClr val="bg2">
                    <a:lumMod val="10000"/>
                  </a:schemeClr>
                </a:solidFill>
              </a:rPr>
              <a:t>Validation on a real enterprise network (not a lab testbed).</a:t>
            </a:r>
          </a:p>
          <a:p>
            <a:pPr>
              <a:spcBef>
                <a:spcPts val="300"/>
              </a:spcBef>
              <a:spcAft>
                <a:spcPts val="300"/>
              </a:spcAft>
            </a:pPr>
            <a:r>
              <a:rPr lang="en-GB" sz="1000" b="1" dirty="0">
                <a:solidFill>
                  <a:schemeClr val="bg2">
                    <a:lumMod val="10000"/>
                  </a:schemeClr>
                </a:solidFill>
              </a:rPr>
              <a:t>—  </a:t>
            </a:r>
            <a:r>
              <a:rPr lang="en-GB" sz="1000" dirty="0">
                <a:solidFill>
                  <a:schemeClr val="bg2">
                    <a:lumMod val="10000"/>
                  </a:schemeClr>
                </a:solidFill>
              </a:rPr>
              <a:t>Comparison head-to-head against tuned Snort / Suricata on identical workload.</a:t>
            </a:r>
          </a:p>
          <a:p>
            <a:pPr algn="l"/>
            <a:endParaRPr lang="en-RU" sz="1000" dirty="0">
              <a:solidFill>
                <a:schemeClr val="bg2">
                  <a:lumMod val="10000"/>
                </a:schemeClr>
              </a:solidFill>
              <a:latin typeface="HSE Sans" panose="02000000000000000000" pitchFamily="2" charset="0"/>
            </a:endParaRPr>
          </a:p>
          <a:p>
            <a:pPr algn="l"/>
            <a:endParaRPr lang="en-RU" sz="1000" dirty="0">
              <a:solidFill>
                <a:schemeClr val="bg2">
                  <a:lumMod val="10000"/>
                </a:schemeClr>
              </a:solidFill>
              <a:latin typeface="HSE Sans" panose="02000000000000000000" pitchFamily="2" charset="0"/>
            </a:endParaRPr>
          </a:p>
        </p:txBody>
      </p:sp>
    </p:spTree>
    <p:extLst>
      <p:ext uri="{BB962C8B-B14F-4D97-AF65-F5344CB8AC3E}">
        <p14:creationId xmlns:p14="http://schemas.microsoft.com/office/powerpoint/2010/main" val="2108339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F158A2-CCE9-E7E4-D784-A2639B3E1DB2}"/>
              </a:ext>
            </a:extLst>
          </p:cNvPr>
          <p:cNvSpPr>
            <a:spLocks noGrp="1"/>
          </p:cNvSpPr>
          <p:nvPr>
            <p:ph type="title"/>
          </p:nvPr>
        </p:nvSpPr>
        <p:spPr>
          <a:xfrm>
            <a:off x="625643" y="2795327"/>
            <a:ext cx="11114462" cy="2177726"/>
          </a:xfrm>
        </p:spPr>
        <p:txBody>
          <a:bodyPr>
            <a:normAutofit/>
          </a:bodyPr>
          <a:lstStyle/>
          <a:p>
            <a:r>
              <a:rPr lang="en-GB" sz="4000" b="1" dirty="0">
                <a:solidFill>
                  <a:schemeClr val="bg2">
                    <a:lumMod val="10000"/>
                  </a:schemeClr>
                </a:solidFill>
              </a:rPr>
              <a:t>Thank you.</a:t>
            </a:r>
            <a:br>
              <a:rPr lang="en-GB" dirty="0">
                <a:solidFill>
                  <a:schemeClr val="bg2">
                    <a:lumMod val="10000"/>
                  </a:schemeClr>
                </a:solidFill>
              </a:rPr>
            </a:br>
            <a:r>
              <a:rPr lang="en-GB" sz="1800" dirty="0">
                <a:solidFill>
                  <a:schemeClr val="bg2">
                    <a:lumMod val="10000"/>
                  </a:schemeClr>
                </a:solidFill>
              </a:rPr>
              <a:t>Questions are welcome</a:t>
            </a:r>
            <a:br>
              <a:rPr lang="en-GB" dirty="0">
                <a:solidFill>
                  <a:schemeClr val="bg2">
                    <a:lumMod val="10000"/>
                  </a:schemeClr>
                </a:solidFill>
              </a:rPr>
            </a:br>
            <a:endParaRPr lang="en-RU" dirty="0">
              <a:solidFill>
                <a:schemeClr val="bg2">
                  <a:lumMod val="10000"/>
                </a:schemeClr>
              </a:solidFill>
            </a:endParaRPr>
          </a:p>
        </p:txBody>
      </p:sp>
      <p:sp>
        <p:nvSpPr>
          <p:cNvPr id="9" name="Text Placeholder 5">
            <a:extLst>
              <a:ext uri="{FF2B5EF4-FFF2-40B4-BE49-F238E27FC236}">
                <a16:creationId xmlns:a16="http://schemas.microsoft.com/office/drawing/2014/main" id="{61BA89AB-1576-9D5D-AA49-EC45D5A40CFF}"/>
              </a:ext>
            </a:extLst>
          </p:cNvPr>
          <p:cNvSpPr txBox="1">
            <a:spLocks noGrp="1"/>
          </p:cNvSpPr>
          <p:nvPr>
            <p:ph type="body" sz="quarter" idx="13"/>
          </p:nvPr>
        </p:nvSpPr>
        <p:spPr>
          <a:xfrm>
            <a:off x="1143688" y="540904"/>
            <a:ext cx="431062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bg2">
                    <a:lumMod val="10000"/>
                  </a:schemeClr>
                </a:solidFill>
              </a:rPr>
              <a:t>Machine Learning Methods in Network Attacks Detection</a:t>
            </a:r>
          </a:p>
          <a:p>
            <a:r>
              <a:rPr lang="en-GB" dirty="0">
                <a:solidFill>
                  <a:schemeClr val="bg2">
                    <a:lumMod val="10000"/>
                  </a:schemeClr>
                </a:solidFill>
              </a:rPr>
              <a:t>Danila Zhukov, Moscow 2026</a:t>
            </a:r>
            <a:endParaRPr lang="en-RU" dirty="0">
              <a:solidFill>
                <a:schemeClr val="bg2">
                  <a:lumMod val="10000"/>
                </a:schemeClr>
              </a:solidFill>
            </a:endParaRPr>
          </a:p>
        </p:txBody>
      </p:sp>
    </p:spTree>
    <p:extLst>
      <p:ext uri="{BB962C8B-B14F-4D97-AF65-F5344CB8AC3E}">
        <p14:creationId xmlns:p14="http://schemas.microsoft.com/office/powerpoint/2010/main" val="1247343881"/>
      </p:ext>
    </p:extLst>
  </p:cSld>
  <p:clrMapOvr>
    <a:masterClrMapping/>
  </p:clrMapOvr>
</p:sld>
</file>

<file path=ppt/theme/theme1.xml><?xml version="1.0" encoding="utf-8"?>
<a:theme xmlns:a="http://schemas.openxmlformats.org/drawingml/2006/main"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7" ma:contentTypeDescription="Создание документа." ma:contentTypeScope="" ma:versionID="dfaf5b6d6edbb132ce028c4784dccd61">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23acca269a8e321242e3cfe4e185e683"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Теги изображений" ma:readOnly="false" ma:fieldId="{5cf76f15-5ced-4ddc-b409-7134ff3c332f}" ma:taxonomyMulti="true" ma:sspId="0f49e2ad-b3c7-4051-b79b-59f1dbf380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element name="TaxCatchAll" ma:index="23" nillable="true" ma:displayName="Taxonomy Catch All Column" ma:hidden="true" ma:list="{1ca06070-6ad6-44db-a3bf-0d2f4389ef2b}" ma:internalName="TaxCatchAll" ma:showField="CatchAllData" ma:web="e96afe77-3acb-4328-97fc-408e1bde3e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96afe77-3acb-4328-97fc-408e1bde3ecd" xsi:nil="true"/>
    <lcf76f155ced4ddcb4097134ff3c332f xmlns="9875bd71-cde8-496c-a136-433f55d5e6d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FF2F2F6-389B-47A9-8F23-E3F76C5FA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3.xml><?xml version="1.0" encoding="utf-8"?>
<ds:datastoreItem xmlns:ds="http://schemas.openxmlformats.org/officeDocument/2006/customXml" ds:itemID="{433DAF31-D8A6-49A0-9A5D-8B2EA5B1C511}">
  <ds:schemaRefs>
    <ds:schemaRef ds:uri="http://purl.org/dc/dcmitype/"/>
    <ds:schemaRef ds:uri="http://www.w3.org/XML/1998/namespace"/>
    <ds:schemaRef ds:uri="e96afe77-3acb-4328-97fc-408e1bde3ecd"/>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terms/"/>
    <ds:schemaRef ds:uri="http://schemas.microsoft.com/office/infopath/2007/PartnerControls"/>
    <ds:schemaRef ds:uri="9875bd71-cde8-496c-a136-433f55d5e6d0"/>
  </ds:schemaRefs>
</ds:datastoreItem>
</file>

<file path=docProps/app.xml><?xml version="1.0" encoding="utf-8"?>
<Properties xmlns="http://schemas.openxmlformats.org/officeDocument/2006/extended-properties" xmlns:vt="http://schemas.openxmlformats.org/officeDocument/2006/docPropsVTypes">
  <TotalTime>2595</TotalTime>
  <Words>2442</Words>
  <Application>Microsoft Macintosh PowerPoint</Application>
  <PresentationFormat>Widescreen</PresentationFormat>
  <Paragraphs>339</Paragraphs>
  <Slides>22</Slides>
  <Notes>1</Notes>
  <HiddenSlides>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HSE Sans</vt:lpstr>
      <vt:lpstr>Office Theme</vt:lpstr>
      <vt:lpstr>Machine Learning Methods in Network Attacks Detection  </vt:lpstr>
      <vt:lpstr>PowerPoint Presentation</vt:lpstr>
      <vt:lpstr>Goal </vt:lpstr>
      <vt:lpstr>Feature extractor reliability  </vt:lpstr>
      <vt:lpstr>PowerPoint Presentation</vt:lpstr>
      <vt:lpstr>Journey from raw Traffic to live Alerts</vt:lpstr>
      <vt:lpstr>Journey from raw Traffic to live Alerts</vt:lpstr>
      <vt:lpstr>PowerPoint Presentation</vt:lpstr>
      <vt:lpstr>Dataset and Features</vt:lpstr>
      <vt:lpstr>Offline Classifier Comparsion</vt:lpstr>
      <vt:lpstr>Offline Metrics look excellent </vt:lpstr>
      <vt:lpstr>Where the Baseline Breaks</vt:lpstr>
      <vt:lpstr>Where the Baseline Breaks</vt:lpstr>
      <vt:lpstr>Temporal Context adds the missing Signal  </vt:lpstr>
      <vt:lpstr>Prototype Architecture</vt:lpstr>
      <vt:lpstr>Live Lab Test: from 1/7 to 7/7</vt:lpstr>
      <vt:lpstr>Prototype Example</vt:lpstr>
      <vt:lpstr>Throughput and Latency</vt:lpstr>
      <vt:lpstr>Scope and Limitations</vt:lpstr>
      <vt:lpstr>Scientific Contribution </vt:lpstr>
      <vt:lpstr>Conclusion and Future Work </vt:lpstr>
      <vt:lpstr>Thank you. Questions are welcome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a84398</cp:lastModifiedBy>
  <cp:revision>80</cp:revision>
  <cp:lastPrinted>2021-11-11T13:08:42Z</cp:lastPrinted>
  <dcterms:created xsi:type="dcterms:W3CDTF">2021-11-11T08:52:47Z</dcterms:created>
  <dcterms:modified xsi:type="dcterms:W3CDTF">2026-06-06T20:29:39Z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y fmtid="{D5CDD505-2E9C-101B-9397-08002B2CF9AE}" pid="3" name="MediaServiceImageTags">
    <vt:lpwstr/>
  </property>
</Properties>
</file>